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429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0A37F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731520" cy="7315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91440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Engineers Prompt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&amp; OpenAI Codex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Prompting Playbook for Developer Teams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|  Best Practices, Examples &amp; Adoption Guide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AI Prompting Matters for Engineers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64008" cy="1051560"/>
          </a:xfrm>
          <a:prstGeom prst="rect">
            <a:avLst/>
          </a:prstGeom>
          <a:solidFill>
            <a:srgbClr val="10A37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4M+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926080" y="13258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developers on OpenAI Codex — prompting quality separates top teams from the rest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468880"/>
            <a:ext cx="64008" cy="1051560"/>
          </a:xfrm>
          <a:prstGeom prst="rect">
            <a:avLst/>
          </a:prstGeom>
          <a:solidFill>
            <a:srgbClr val="10A37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60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2926080" y="25603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code completion reported by teams using Copilot with structured prompts and clear comments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3703320"/>
            <a:ext cx="64008" cy="1051560"/>
          </a:xfrm>
          <a:prstGeom prst="rect">
            <a:avLst/>
          </a:prstGeom>
          <a:solidFill>
            <a:srgbClr val="10A37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7947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33%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2926080" y="37947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on unguided AI attempts — planning and config files change the outcome dramatically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Two Tools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IDE-integrated pair programmer with inline suggestions, Chat, CLI agent, and cloud coding agent. Works in VS Code, JetBrains, and the terminal.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autocomplete, in-IDE chat, PR generation, auto-fix 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file: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system across CLI, IDE extension, and web app. Runs in isolated environments with parallel thread support.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delegation, parallel agents, scheduled automations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file: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+ SKILL.md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Prompting Principles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work across both Copilot and Codex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Specific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constraints, expected behavior, and edge cases. Vague = hallucinations.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325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It Down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1764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complex tasks into smaller steps. One prompt per concern.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468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974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 Context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files, reference code, show examples. Context &gt; clever wording.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468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974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Before Execute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/plan mode. Review the AI's approach before implementation.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611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04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3685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the Output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34440" y="4050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linters, type-checks. Both tools can produce confident mistakes.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3611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84048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40680" y="3685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or Reset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440680" y="4050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with corrections. If context degrades, start a fresh thread.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— Prompting Deep Dive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87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Comment-Driven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52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detailed comments above functions: purpose, params, return type, error behavior. Copilot generates from these.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#file &amp; @workspace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relevant files with #file:path. Use @workspace to pull project-wide context into Chat queries.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 Prompts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07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fix this error without changing the public API?" — Constraints narrow the solution space dramatically.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copilot-instructions.md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584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Repository-level custom instructions: code standards, build commands, test frameworks. Copilot reads this automatically.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/fleet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61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CLI: /plan for structured plans, /fleet for parallel subtasks, cloud agent auto-fixes CI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— Practical 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Inline: Comment-Driven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17373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Authenticate user by validating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username + password against DB.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JWT if valid; otherwise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throw AuthenticationException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authenticate(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username: string,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Promise&lt;string&gt; { ...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Chat: Constrained Refactoring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17373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@workspace Refactor the payment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to use the Strategy pattern.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change the public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Compatible with Node 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Keep existing test coverage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#file:src/payments/processor.ts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copilot-instructions.md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7490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.github/copilot-instructions.md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Build: `make build`  |  Test: `make test`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Style: gofmt on all Go files before commit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Architecture: cmd/ for entry points, internal/ for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run `make ci` before declaring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 — Prompting Deep Dive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87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52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Repository-level guidance: conventions, test commands, codebase navigation tips. Auto-injected per-directory.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Threads &amp; Forking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unit of work. Fork when direction diverges. Use /compact when context gets long.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Everything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07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tests, run them, confirm the result, and review the work before you accept it." Include verification steps.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Agents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584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/fleet to break tasks into parallel subtasks with subagents. Plan scope per session to avoid conflicts.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&amp; Automation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61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repeatable workflows in SKILL.md. Automate routine tasks (dependency updates, stale branch cleanup).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 — Practical 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Well-Scoped Task Prompt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1828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--json flag to the CLI.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the flag to the arg parser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Write failing tests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Implement JSON output formatter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Run `make test` and `make lint`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Don't modify existing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 Example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1828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Build &amp;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Build: `cargo build`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Test: `cargo test --all`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Lint: `cargo clippy`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Error handling: use `anyhow`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unsafe code without comment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Automation: Scheduled Tasks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840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Codex Automation — runs every Monday at 9am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"Update all dependencies, run tests, fix any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breakages, and open a PR with the changes."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28600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914400"/>
            <a:ext cx="320040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265176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914400"/>
            <a:ext cx="292608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914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3258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32588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+ SKILL.md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783080"/>
            <a:ext cx="22860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1783080"/>
            <a:ext cx="32004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command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78308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command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Tasks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22402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/fleet parallel subtasks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224028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threads + /fleet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697480"/>
            <a:ext cx="22860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 Integration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697480"/>
            <a:ext cx="32004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JetBrains, CLI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52160" y="269748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IDE extension, Web App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1546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Control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31546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 + @workspace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315468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 + MCP servers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611880"/>
            <a:ext cx="22860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51760" y="3611880"/>
            <a:ext cx="32004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CI failures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52160" y="361188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Red-green-refactor TDD loop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0690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Skills/Reuse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51760" y="40690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file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406908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reusable packages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4526280"/>
            <a:ext cx="22860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Agent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51760" y="4526280"/>
            <a:ext cx="32004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cloud coding agent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52160" y="452628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Cloud threads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Prompt Engineering → Context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2026, the structure around your task matters more than the wording of the task itself.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600200" cy="411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219456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5740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57400" y="1371600"/>
            <a:ext cx="1600200" cy="4114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1" name="Text 8"/>
          <p:cNvSpPr/>
          <p:nvPr/>
        </p:nvSpPr>
        <p:spPr>
          <a:xfrm>
            <a:off x="205740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Loading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4884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#file, @workspace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 + MCP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19456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4048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40480" y="1371600"/>
            <a:ext cx="1600200" cy="4114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2"/>
          <p:cNvSpPr/>
          <p:nvPr/>
        </p:nvSpPr>
        <p:spPr>
          <a:xfrm>
            <a:off x="384048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&amp; Spec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93192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mode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code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194560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62356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23560" y="1371600"/>
            <a:ext cx="1600200" cy="41148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21" name="Text 16"/>
          <p:cNvSpPr/>
          <p:nvPr/>
        </p:nvSpPr>
        <p:spPr>
          <a:xfrm>
            <a:off x="562356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71500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steps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94560"/>
            <a:ext cx="182880" cy="1828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40664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06640" y="1371600"/>
            <a:ext cx="1600200" cy="4114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6" name="Text 20"/>
          <p:cNvSpPr/>
          <p:nvPr/>
        </p:nvSpPr>
        <p:spPr>
          <a:xfrm>
            <a:off x="740664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49808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CI auto-fix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0A500">
              <a:alpha val="2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high-output engineers and everyone else is the structure they build around AI before execution begins.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Advanced Techniques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Before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52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Copilot Chat, ask "Explain before you code" as a guardrail. Forces the AI to think through its approach before generating.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 as Examples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unit tests first. Ask Copilot to generate the function described by those tests. Tests serve as unambiguous specifications.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#selection for Precision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07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specific code before opening Chat. Produces more targeted responses than asking about the whole file.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Multi-Repo with /fleet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584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works across child repositories simultaneously. Use /fleet to break cross-repo tasks into parallel subtasks.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Agent for PRs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61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@copilot in PR comments triggers revisions. Batch comments before mentioning to avoid multiple runs. Reviews merge conflicts too.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Advanced Techniques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TDD-First Workflow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52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failing tests → commit → ask Codex to implement until all pass. Explicit instruction: don't modify the tests.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/compact for Long Sessions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context feels diluted, /compact summarizes earlier context. Keeps recent decisions crisp while preserving history.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Inputs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07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screenshots or design specs. Codex reads image details alongside your prompt. Great for implementing UI from mockups.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 Connections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584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Codex to external tools via Model Context Protocol. Live data from databases, APIs, and CI systems.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 Automations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61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recurring tasks in the Codex App. Dependency updates, stale branch cleanup, weekly code audits — fully hands-off.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Prompt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Copilot: Feature Dev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@workspace Add OAuth2 with Google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provider. Use Passport.js.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 don't change existing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middleware.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#file:src/auth/config.ts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02336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960120"/>
            <a:ext cx="4023360" cy="32004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Codex: Debugging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/api/users endpoint returns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intermittently. Search codebase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logs. Write a failing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first, then fix. Run cargo test.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402336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Copilot: Code 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 Focus on security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vulnerabilities and breaking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in my current 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against main.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02336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926080"/>
            <a:ext cx="4023360" cy="32004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Codex: Scheduled Task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337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Automation: Every Monday 9am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 all dependencies, 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tests, fix breakages, open a PR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the changes."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Anti-Patterns to Avoid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85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Anti-Pattern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6858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80560" y="685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Approach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48640" y="960120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4"/>
          <p:cNvSpPr/>
          <p:nvPr/>
        </p:nvSpPr>
        <p:spPr>
          <a:xfrm>
            <a:off x="548640" y="960120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960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one-shot prompts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06240" y="960120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1" name="Shape 7"/>
          <p:cNvSpPr/>
          <p:nvPr/>
        </p:nvSpPr>
        <p:spPr>
          <a:xfrm>
            <a:off x="4206240" y="960120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8"/>
          <p:cNvSpPr/>
          <p:nvPr/>
        </p:nvSpPr>
        <p:spPr>
          <a:xfrm>
            <a:off x="4434840" y="960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tasks into steps with explicit constraints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1618488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1618488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1618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output without tests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206240" y="1618488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7" name="Shape 13"/>
          <p:cNvSpPr/>
          <p:nvPr/>
        </p:nvSpPr>
        <p:spPr>
          <a:xfrm>
            <a:off x="4206240" y="1618488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4"/>
          <p:cNvSpPr/>
          <p:nvPr/>
        </p:nvSpPr>
        <p:spPr>
          <a:xfrm>
            <a:off x="4434840" y="16184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tests, linters, type-checks before accepting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2276856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0" name="Shape 16"/>
          <p:cNvSpPr/>
          <p:nvPr/>
        </p:nvSpPr>
        <p:spPr>
          <a:xfrm>
            <a:off x="548640" y="2276856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" y="2276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irrelevant files open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206240" y="2276856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23" name="Shape 19"/>
          <p:cNvSpPr/>
          <p:nvPr/>
        </p:nvSpPr>
        <p:spPr>
          <a:xfrm>
            <a:off x="4206240" y="2276856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4" name="Text 20"/>
          <p:cNvSpPr/>
          <p:nvPr/>
        </p:nvSpPr>
        <p:spPr>
          <a:xfrm>
            <a:off x="4434840" y="22768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only relevant files. Close irrelevant ones for cleaner context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2935224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6" name="Shape 22"/>
          <p:cNvSpPr/>
          <p:nvPr/>
        </p:nvSpPr>
        <p:spPr>
          <a:xfrm>
            <a:off x="548640" y="2935224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27" name="Text 23"/>
          <p:cNvSpPr/>
          <p:nvPr/>
        </p:nvSpPr>
        <p:spPr>
          <a:xfrm>
            <a:off x="777240" y="29352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 file in the repo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206240" y="2935224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29" name="Shape 25"/>
          <p:cNvSpPr/>
          <p:nvPr/>
        </p:nvSpPr>
        <p:spPr>
          <a:xfrm>
            <a:off x="4206240" y="2935224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0" name="Text 26"/>
          <p:cNvSpPr/>
          <p:nvPr/>
        </p:nvSpPr>
        <p:spPr>
          <a:xfrm>
            <a:off x="4434840" y="293522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copilot-instructions.md / AGENTS.md on day one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48640" y="3593592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2" name="Shape 28"/>
          <p:cNvSpPr/>
          <p:nvPr/>
        </p:nvSpPr>
        <p:spPr>
          <a:xfrm>
            <a:off x="548640" y="3593592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33" name="Text 29"/>
          <p:cNvSpPr/>
          <p:nvPr/>
        </p:nvSpPr>
        <p:spPr>
          <a:xfrm>
            <a:off x="777240" y="35935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Chat for everything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206240" y="3593592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35" name="Shape 31"/>
          <p:cNvSpPr/>
          <p:nvPr/>
        </p:nvSpPr>
        <p:spPr>
          <a:xfrm>
            <a:off x="4206240" y="3593592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6" name="Text 32"/>
          <p:cNvSpPr/>
          <p:nvPr/>
        </p:nvSpPr>
        <p:spPr>
          <a:xfrm>
            <a:off x="4434840" y="35935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inline suggestions for simple completions — save Chat for complex tasks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48640" y="4251960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8" name="Shape 34"/>
          <p:cNvSpPr/>
          <p:nvPr/>
        </p:nvSpPr>
        <p:spPr>
          <a:xfrm>
            <a:off x="548640" y="4251960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39" name="Text 35"/>
          <p:cNvSpPr/>
          <p:nvPr/>
        </p:nvSpPr>
        <p:spPr>
          <a:xfrm>
            <a:off x="7772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over-engineering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206240" y="4251960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41" name="Shape 37"/>
          <p:cNvSpPr/>
          <p:nvPr/>
        </p:nvSpPr>
        <p:spPr>
          <a:xfrm>
            <a:off x="4206240" y="4251960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2" name="Text 38"/>
          <p:cNvSpPr/>
          <p:nvPr/>
        </p:nvSpPr>
        <p:spPr>
          <a:xfrm>
            <a:off x="4434840" y="4251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"Use the simplest possible approach" to your config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Adoption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1–2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89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51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config files. Enable Copilot in IDE + install Codex CLI. Run first structured prompts with both tools.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93392"/>
            <a:ext cx="73152" cy="8229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39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3–4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03911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/plan-first workflow. Create team-shared instructions. Set up CI integration for auto-fix.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822960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80944"/>
            <a:ext cx="73152" cy="8229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266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5–6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3649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Patterns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302666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/fleet for parallel tasks. Build SKILL.md packages. Connect MCP servers for live context.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822960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68496"/>
            <a:ext cx="73152" cy="82296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0142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A3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7+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3525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 Govern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401421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routine tasks. Set up governance (spend controls, model access). Measure productivity impact.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&amp; Access (2026)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1554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(2K completions/mo)  →  Individual ($10/mo)  →  Business ($19/mo)  →  Enterprise ($39/mo)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is enough to evaluate. Individual unlocks unlimited completions.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26080"/>
            <a:ext cx="64008" cy="15544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ChatGPT Pro/Plus/Enterprise. Codex CLI: authenticate with ChatGPT account or API key.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&amp; Plus users get free API credits. On-demand pricing for heavy usage.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&gt; prompt engineering — structure your AI's environment before prompting.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274320" cy="274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97280" y="1645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converge: config files, plan-first, verify-always, reuse as skills.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86000"/>
            <a:ext cx="274320" cy="274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97280" y="2240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like a fast junior developer — always review, test, and validate output.</a:t>
            </a:r>
            <a:endParaRPr lang="en-US" sz="14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80360"/>
            <a:ext cx="274320" cy="2743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97280" y="2834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excels at real-time pairing; Codex excels at async task delegation. Use both.</a:t>
            </a:r>
            <a:endParaRPr lang="en-US" sz="14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74720"/>
            <a:ext cx="274320" cy="27432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97280" y="3429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config files, /plan workflows, and reusable skills — they compound over time.</a:t>
            </a:r>
            <a:endParaRPr lang="en-US" sz="14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097280" y="4023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tool, master the patterns, then expand. The prompting skills transfer.</a:t>
            </a:r>
            <a:endParaRPr lang="en-US" sz="1400" dirty="0"/>
          </a:p>
        </p:txBody>
      </p:sp>
      <p:sp>
        <p:nvSpPr>
          <p:cNvPr id="16" name="Shape 7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solidFill>
            <a:srgbClr val="F0A500">
              <a:alpha val="70000"/>
            </a:srgbClr>
          </a:solidFill>
          <a:ln/>
        </p:spPr>
      </p:sp>
      <p:sp>
        <p:nvSpPr>
          <p:cNvPr id="17" name="Text 8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config file to your project this week. The ROI is immediate.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Docs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docs.github.com/copilot — best practices, prompt engineering, CLI guide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64008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Blog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github.blog/copilot — tips, case studies, prompt crafting guides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60320"/>
            <a:ext cx="64008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 Docs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880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developers.openai.com/codex — best practices, prompting guide, CLI reference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37560"/>
            <a:ext cx="64008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Prompting Guide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developers.openai.com/cookbook — model-specific prompting for gpt-5.3-codex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114800"/>
            <a:ext cx="64008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42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 Reference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Repository-level guidance — conventions, build commands, per-directory injection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3600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599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Add copilot-instructions.md or AGENTS.md to one project this week.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Engineers Prompt GitHub Copilot &amp; OpenAI Codex</dc:title>
  <dc:subject>PptxGenJS Presentation</dc:subject>
  <dc:creator>PptxGenJS</dc:creator>
  <cp:lastModifiedBy>PptxGenJS</cp:lastModifiedBy>
  <cp:revision>1</cp:revision>
  <dcterms:created xsi:type="dcterms:W3CDTF">2026-05-16T17:24:42Z</dcterms:created>
  <dcterms:modified xsi:type="dcterms:W3CDTF">2026-05-16T17:24:42Z</dcterms:modified>
</cp:coreProperties>
</file>