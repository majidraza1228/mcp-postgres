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0A896">
              <a:alpha val="12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21945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ARCHITECTURE SPEC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Insights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FastMCP Server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your business REST APIs to Coiplot LLM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AI-powered trend analysis, anomaly detection, summaries &amp; forecasting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</a:rPr>
              <a:t>FastMCP  ·  Python 3.12  ·  Docker  ·  REST APIs  ·  Coiplot LLM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 &amp; The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WITHOUT MCP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has no access to your live business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exports and copy-paste workflows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stale by the time they're used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ask follow-up questions on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API requires custom integration 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37760" y="9601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0" y="960120"/>
            <a:ext cx="3840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WITH FASTMCP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66360" y="150876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Coiplot calls tools that fetch live data on demand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— no manual steps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data, up-to-date insights every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 explore data across multiple domains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handles any number of REST APIs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2560320"/>
            <a:ext cx="50292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" y="8686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Coiplot LLM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" y="16002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FastMCP Server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1440" y="30175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REST APIs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" y="3931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Data Stores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804672"/>
            <a:ext cx="5120640" cy="548640"/>
          </a:xfrm>
          <a:prstGeom prst="rect">
            <a:avLst/>
          </a:prstGeom>
          <a:solidFill>
            <a:srgbClr val="3C3489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8046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Coiplot LLM  —  MCP client  ·  sends tool calls  ·  generates insights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353312"/>
            <a:ext cx="0" cy="24688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17720" y="1600200"/>
            <a:ext cx="0" cy="-246888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63040" y="1600200"/>
            <a:ext cx="6217920" cy="1325880"/>
          </a:xfrm>
          <a:prstGeom prst="rect">
            <a:avLst/>
          </a:prstGeom>
          <a:solidFill>
            <a:srgbClr val="08203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16642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</a:rPr>
              <a:t>FastMCP  ·  Docker  ·  Python 3.12  ·  port 8000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00200" y="1993392"/>
            <a:ext cx="1353312" cy="685800"/>
          </a:xfrm>
          <a:prstGeom prst="rect">
            <a:avLst/>
          </a:prstGeom>
          <a:solidFill>
            <a:srgbClr val="0D3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99339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Sales 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81528" y="1993392"/>
            <a:ext cx="1353312" cy="685800"/>
          </a:xfrm>
          <a:prstGeom prst="rect">
            <a:avLst/>
          </a:prstGeom>
          <a:solidFill>
            <a:srgbClr val="0D3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81528" y="199339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Inventory tools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62856" y="1993392"/>
            <a:ext cx="1353312" cy="685800"/>
          </a:xfrm>
          <a:prstGeom prst="rect">
            <a:avLst/>
          </a:prstGeom>
          <a:solidFill>
            <a:srgbClr val="0D3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199339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tools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44184" y="1993392"/>
            <a:ext cx="1353312" cy="685800"/>
          </a:xfrm>
          <a:prstGeom prst="rect">
            <a:avLst/>
          </a:prstGeom>
          <a:solidFill>
            <a:srgbClr val="0D30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44184" y="1993392"/>
            <a:ext cx="1353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Finance tools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2926080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371600" y="3035808"/>
            <a:ext cx="13716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C0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Sales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971800" y="3035808"/>
            <a:ext cx="13716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C04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Inventory 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035808"/>
            <a:ext cx="13716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C0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API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035808"/>
            <a:ext cx="1371600" cy="548640"/>
          </a:xfrm>
          <a:prstGeom prst="rect">
            <a:avLst/>
          </a:prstGeom>
          <a:solidFill>
            <a:srgbClr val="802020"/>
          </a:solidFill>
          <a:ln w="12700">
            <a:solidFill>
              <a:srgbClr val="C0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0358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Finance API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3584448"/>
            <a:ext cx="0" cy="201168"/>
          </a:xfrm>
          <a:prstGeom prst="line">
            <a:avLst/>
          </a:prstGeom>
          <a:noFill/>
          <a:ln w="19050">
            <a:solidFill>
              <a:srgbClr val="C0404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63040" y="3785616"/>
            <a:ext cx="621792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785616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FC0"/>
                </a:solidFill>
              </a:rPr>
              <a:t>Business data stores  —  databases  ·  warehouses  ·  operational systems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Tools — Any Business Domain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tools work for sales, inventory, finance, customers — or any REST API you add later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7101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1978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list_available_metrics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721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Coiplot discover what metrics exist before making calls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766560" y="1289304"/>
            <a:ext cx="182880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28930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All types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2082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0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947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get_metric_timeseries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2219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 named metric as a time-series array over a date range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039112"/>
            <a:ext cx="182880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0391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Trend · Forecast · Anomaly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4261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77063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70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get_kpi_snapshot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2971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flat bundle of KPIs for a domain and period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66560" y="2788920"/>
            <a:ext cx="182880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7889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Summaries · Reports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3924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352044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4472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compare_period_over_period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7216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a metric across two periods with deltas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538728"/>
            <a:ext cx="182880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35387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Anomaly detection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14223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427024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70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1970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get_dimension_breakdown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" y="447141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a metric by a category (region, product, channel, etc.)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66560" y="4288536"/>
            <a:ext cx="1828800" cy="347472"/>
          </a:xfrm>
          <a:prstGeom prst="rect">
            <a:avLst/>
          </a:prstGeom>
          <a:solidFill>
            <a:srgbClr val="E6F7F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4288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Trend · Summaries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Insight Types from Coiplot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566160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get_metric_timeseries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Coiplot receives a time-series array and reasons over growth rate, acceleration, seasonality, and plateaus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14400"/>
            <a:ext cx="402336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83480" y="1481328"/>
            <a:ext cx="3566160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481328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compare_period_over_period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deltas vs baseline flag where pct_change exceeds normal range; breakdown reveals if anomaly is localised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71800"/>
            <a:ext cx="40233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363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Summaries &amp; Reports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3538728"/>
            <a:ext cx="3566160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get_kpi_snapshot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bundles with change_pct baked in — Coiplot writes the narrative, no arithmetic needed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0A2540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971800"/>
            <a:ext cx="402336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1363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Forecasting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3480" y="3538728"/>
            <a:ext cx="3566160" cy="256032"/>
          </a:xfrm>
          <a:prstGeom prst="rect">
            <a:avLst/>
          </a:prstGeom>
          <a:solidFill>
            <a:srgbClr val="112233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get_metric_timeseries (long window)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3886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 of history at weekly/monthly granularity; Coiplot extrapolates seasonality and trend slope forward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Flow: REST API → MCP Tool → Coiplot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1371600" cy="137160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Coiplot asks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Natural language question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91640" y="1600200"/>
            <a:ext cx="3474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39112" y="914400"/>
            <a:ext cx="1371600" cy="137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39112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947672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Tool called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47672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With validated parameters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10712" y="1600200"/>
            <a:ext cx="3474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58184" y="914400"/>
            <a:ext cx="1371600" cy="1371600"/>
          </a:xfrm>
          <a:prstGeom prst="ellipse">
            <a:avLst/>
          </a:prstGeom>
          <a:solidFill>
            <a:srgbClr val="802020"/>
          </a:solidFill>
          <a:ln w="12700">
            <a:solidFill>
              <a:srgbClr val="80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66744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REST API fetched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66744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Auth injected, timeout 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29784" y="1600200"/>
            <a:ext cx="3474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77256" y="914400"/>
            <a:ext cx="1371600" cy="137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77256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4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385816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Data formatted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85816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JSON array for LLM reasoning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48856" y="1600200"/>
            <a:ext cx="34747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96328" y="914400"/>
            <a:ext cx="1371600" cy="1371600"/>
          </a:xfrm>
          <a:prstGeom prst="ellipse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96328" y="9144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5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04888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Insight generated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04888" y="27614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By Coiplot LLM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3291840"/>
            <a:ext cx="6949440" cy="0"/>
          </a:xfrm>
          <a:prstGeom prst="line">
            <a:avLst/>
          </a:prstGeom>
          <a:noFill/>
          <a:ln w="12700">
            <a:solidFill>
              <a:srgbClr val="8FAFC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005840" y="33832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</a:rPr>
              <a:t>← structured JSON data flows back at each step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E6F7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85876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return JSON (not markdown). Coiplot receives structured arrays and key-value bundles — numbers it can reason over directly. Coiplot writes the human narrative; the MCP server supplies the raw data.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Structure &amp; Docker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3840480" cy="3886200"/>
          </a:xfrm>
          <a:prstGeom prst="rect">
            <a:avLst/>
          </a:prstGeom>
          <a:solidFill>
            <a:srgbClr val="0714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Project layout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984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business_insights_mcp/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54076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05256" y="1783080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server.py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05256" y="2025396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config.py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05256" y="2267712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5256" y="2510028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5256" y="2752344"/>
            <a:ext cx="3255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6424" y="2994660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timeseries.py · snapshot.py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06424" y="3236976"/>
            <a:ext cx="3054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comparison.py · discovery.py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3479292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4088" y="3721608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" y="396392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" y="4206240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868680"/>
            <a:ext cx="4206240" cy="3886200"/>
          </a:xfrm>
          <a:prstGeom prst="rect">
            <a:avLst/>
          </a:prstGeom>
          <a:solidFill>
            <a:srgbClr val="07142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932688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Docker image layers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325880"/>
            <a:ext cx="3931920" cy="548640"/>
          </a:xfrm>
          <a:prstGeom prst="rect">
            <a:avLst/>
          </a:prstGeom>
          <a:solidFill>
            <a:srgbClr val="0D305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362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python:3.12-slim 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6184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minimal 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1874520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9160" y="1984248"/>
            <a:ext cx="3931920" cy="548640"/>
          </a:xfrm>
          <a:prstGeom prst="rect">
            <a:avLst/>
          </a:prstGeom>
          <a:solidFill>
            <a:srgbClr val="0D305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0208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276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pip install — cached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0" y="2532888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09160" y="2642616"/>
            <a:ext cx="3931920" cy="548640"/>
          </a:xfrm>
          <a:prstGeom prst="rect">
            <a:avLst/>
          </a:prstGeom>
          <a:solidFill>
            <a:srgbClr val="0D305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 layer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2935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COPY src/ → /app/src/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75120" y="3191256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3300984"/>
            <a:ext cx="3931920" cy="548640"/>
          </a:xfrm>
          <a:prstGeom prst="rect">
            <a:avLst/>
          </a:prstGeom>
          <a:solidFill>
            <a:srgbClr val="2A1A0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config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593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tokens · base URLs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75120" y="3849624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709160" y="3959352"/>
            <a:ext cx="3931920" cy="548640"/>
          </a:xfrm>
          <a:prstGeom prst="rect">
            <a:avLst/>
          </a:prstGeom>
          <a:solidFill>
            <a:srgbClr val="0F3020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95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8000 · entrypoint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4251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FC0"/>
                </a:solidFill>
              </a:rPr>
              <a:t>python -m src.server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9144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961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914400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9326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Scaffold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1338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· docker-compose · config.py · pyproject.toml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94960" y="93268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✓ Container starts, config validates on launch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495044"/>
            <a:ext cx="9144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9504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1513332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15316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Shared infra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17327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client.py · errors.py · models.py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0" y="15316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✓ Shared utilities importable, unit tests pass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093976"/>
            <a:ext cx="9144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9397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71600" y="2112264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2130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Discovery tool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2331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list_available_metrics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94960" y="2130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✓ Coiplot can explore available metrics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92908"/>
            <a:ext cx="9144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9290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71600" y="2711196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27294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Time series tool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29306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get_metric_timeseries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0" y="27294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✓ Trend &amp; forecasting inputs work end-to-end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291840"/>
            <a:ext cx="9144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918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371600" y="3310128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3328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Snapshot &amp; compare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63040" y="3529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get_kpi_snapshot · compare_period_over_period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94960" y="332841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✓ Summaries and anomaly detection 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890772"/>
            <a:ext cx="9144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89077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371600" y="3909060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63040" y="39273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Breakdown tool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63040" y="41285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get_dimension_breakdown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94960" y="392734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✓ Dimensional slicing works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489704"/>
            <a:ext cx="9144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48970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Phase 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371600" y="4507992"/>
            <a:ext cx="74066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63040" y="45262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Coiplot connect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63040" y="4727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Coiplot to MCP endpoint, test all four insight types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94960" y="4526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</a:rPr>
              <a:t>✓ Full end-to-end system live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Writing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</a:rPr>
              <a:t>5 things to confirm with your team before implementation begins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4128" y="12252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API base URLs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4996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</a:rPr>
              <a:t>What are the actual base URLs for each business domain REST API?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066544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66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1993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Auth scheme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2677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</a:rPr>
              <a:t>Bearer token, API key header, Basic auth, or OAuth?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3464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7614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Example response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0358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</a:rPr>
              <a:t>Share one sample JSON response per endpoint so tool specs can be made exact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602736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02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Timeseries endpoint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38039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</a:rPr>
              <a:t>Does your app already expose ?from=X&amp;to=Y timeseries, or does the MCP server need to aggregate raw records?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42816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37083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297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Coiplot connection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45720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0"/>
                </a:solidFill>
              </a:rPr>
              <a:t>What MCP connection format does Coiplot use? HTTP endpoint URL or stdio subprocess?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build.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API base URLs and one example response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the full working code generated.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34747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 with your API URLs 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0"/>
                </a:solidFill>
              </a:rPr>
              <a:t>FastMCP  ·  Python 3.12  ·  Docker  ·  Coiplot LLM Integration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FastMCP Business Insights Server</dc:title>
  <dc:subject>PptxGenJS Presentation</dc:subject>
  <dc:creator>PptxGenJS</dc:creator>
  <cp:lastModifiedBy>PptxGenJS</cp:lastModifiedBy>
  <cp:revision>1</cp:revision>
  <dcterms:created xsi:type="dcterms:W3CDTF">2026-06-05T04:21:51Z</dcterms:created>
  <dcterms:modified xsi:type="dcterms:W3CDTF">2026-06-05T04:21:51Z</dcterms:modified>
</cp:coreProperties>
</file>