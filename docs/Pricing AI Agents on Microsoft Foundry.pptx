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builds on the original "Monetizing AI Agents in Azure" playbook and focuses on one question: where does Microsoft Foundry help at each stage of pricing an AI agent? Note: Azure AI Foundry was renamed Microsoft Foundry at Ignite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the core problem from the original deck: flat subscription pricing breaks when a few heavy users drive most of the compute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deck subtracted a 40% margin from $1,200 of value and landed on $100, which doesn't work arithmetically. The missing step is value capture: what share of the value the customer will actually pay. At ~14% capture, price is ~$167, and 60% of that is the $100 Azure ceiling.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 for the rest of the deck. Each row gets its own slide. Some features (monitoring dashboard, parts of model router) have been in preview; check current status before committing to them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Agent Framework unifies Semantic Kernel and AutoGen and ships stable orchestration patterns including sequential, concurrent, handoff and Magentic. Splitting the work into agents is what makes per-step pricing possible: you can give cheap steps cheap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real model names and current prices from the Foundry catalog rather than placeholder names. The risk-check step runs 50 times per contract, so it dominates cost; that is where a small or routed model pays off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Microsoft Learn model router docs and InfoQ (Aug 2026). Savings depend entirely on traffic mix; Microsoft publishes an open-source evaluation pipeline to measure quality, cost and latency together. Routing mode is set per deployment, so you can run a Cost-mode deployment for bulk risk checks and a Quality deployment for the reviewer.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the bell curve in the original deck, agent cost per request is right-skewed: most requests are cheap and a few are very expensive. Pricing at the median or mean loses money on that tail; building the cost basis at P90 means most requests generate extra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corrects the original equation, which added a percentage to dollar amounts. Dividing by (1 − margin) is the standard way to price at a target gross margin. The 80% retainer rule comes from the original deck's credit engine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Foundry stores traces in the Application Insights resource connected to the project, so retention, billing and access follow your existing Azure setup. The Agent Monitoring Dashboard has been in preview; check its status. Custom tags like customer_id are something you add in your own instrumentation.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deck's roadblock slide said you can't price fully on outcomes without near-full autonomy. Foundry's evaluations and ROI tooling are how you build the evidence to get there gradually.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lengths depend on your team; the order matters more than the timing. Don't set prices until the pilot gives you real P90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50"/>
            <a:ext cx="10566400" cy="416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4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79550"/>
            <a:ext cx="10566400" cy="4165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50" kern="0" dirty="0">
                <a:solidFill>
                  <a:srgbClr val="E8833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PLAYBOOK · MICROSOFT FOUNDRY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690"/>
            <a:ext cx="9810750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spc="-100" kern="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Pricing AI agents on Microsoft Foundry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063131"/>
            <a:ext cx="85026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C9D2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Foundry turns a pricing model into an architecture you can estimate, constrain, measure and prove.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5263555"/>
            <a:ext cx="3386634" cy="0"/>
          </a:xfrm>
          <a:prstGeom prst="line">
            <a:avLst/>
          </a:prstGeom>
          <a:noFill/>
          <a:ln w="19050">
            <a:solidFill>
              <a:srgbClr val="E88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5425480"/>
            <a:ext cx="3488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TARGET MARGIN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5689600"/>
            <a:ext cx="34882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40%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02634" y="5263555"/>
            <a:ext cx="3386683" cy="0"/>
          </a:xfrm>
          <a:prstGeom prst="line">
            <a:avLst/>
          </a:prstGeom>
          <a:noFill/>
          <a:ln w="19050">
            <a:solidFill>
              <a:srgbClr val="E88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2634" y="5425480"/>
            <a:ext cx="34882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COST CEILING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02634" y="5689600"/>
            <a:ext cx="34882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$100 per request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992517" y="5263555"/>
            <a:ext cx="3386683" cy="0"/>
          </a:xfrm>
          <a:prstGeom prst="line">
            <a:avLst/>
          </a:prstGeom>
          <a:noFill/>
          <a:ln w="19050">
            <a:solidFill>
              <a:srgbClr val="E88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92517" y="5425480"/>
            <a:ext cx="34882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USE CASE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92517" y="5689600"/>
            <a:ext cx="34882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 risk review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256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919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costs vary per request; your price has to stay predictable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383730"/>
            <a:ext cx="5168900" cy="2077690"/>
          </a:xfrm>
          <a:prstGeom prst="roundRect">
            <a:avLst>
              <a:gd name="adj" fmla="val 4584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644080"/>
            <a:ext cx="47876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you charge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9500" y="3050480"/>
            <a:ext cx="478764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Fixed and easy for a CFO to budget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7732" y="3400971"/>
            <a:ext cx="470179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 retainer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Prepaid credits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Per-outcome fees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3950" y="2383730"/>
            <a:ext cx="5168900" cy="2077690"/>
          </a:xfrm>
          <a:prstGeom prst="roundRect">
            <a:avLst>
              <a:gd name="adj" fmla="val 4584"/>
            </a:avLst>
          </a:prstGeom>
          <a:solidFill>
            <a:srgbClr val="FBFAF7"/>
          </a:solidFill>
          <a:ln w="12700">
            <a:solidFill>
              <a:srgbClr val="C862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64300" y="2644080"/>
            <a:ext cx="47876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you pay Azure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64300" y="3050480"/>
            <a:ext cx="478764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Variable and long-tailed per request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42532" y="3400971"/>
            <a:ext cx="470179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Tokens for every agent step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Retrieval and tool calls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Evaluation runs and human review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823371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256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Foundry's role in this playbook: make the right-hand side predictable, measurable and capped.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 · Pricing AI agents on Microsoft Foundry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256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 · THE USE CASE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 risk review: work backward from value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7635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 per request: 1 contract ≈ 5 pages and 50 risk checks.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287191"/>
            <a:ext cx="2308820" cy="1643311"/>
          </a:xfrm>
          <a:prstGeom prst="roundRect">
            <a:avLst>
              <a:gd name="adj" fmla="val 5796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2496741"/>
            <a:ext cx="194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VALUE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8700" y="2786261"/>
            <a:ext cx="194641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$1,200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28700" y="3309491"/>
            <a:ext cx="194641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hours saved × $200/hr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35920" y="2895501"/>
            <a:ext cx="365760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48670" y="2287191"/>
            <a:ext cx="2308870" cy="1643311"/>
          </a:xfrm>
          <a:prstGeom prst="roundRect">
            <a:avLst>
              <a:gd name="adj" fmla="val 5796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8220" y="2496741"/>
            <a:ext cx="19464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PRICE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58220" y="2786261"/>
            <a:ext cx="1946463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 $167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858220" y="3309491"/>
            <a:ext cx="1946463" cy="436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≈14% of value captured [assumption]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65490" y="2895501"/>
            <a:ext cx="233710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×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356350" y="2287191"/>
            <a:ext cx="2308820" cy="1643311"/>
          </a:xfrm>
          <a:prstGeom prst="roundRect">
            <a:avLst>
              <a:gd name="adj" fmla="val 5796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900" y="2496741"/>
            <a:ext cx="194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COST SHARE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65900" y="2786261"/>
            <a:ext cx="194641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565900" y="3309491"/>
            <a:ext cx="209292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Leaves a 40% gross margin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73120" y="2895501"/>
            <a:ext cx="233710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=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063980" y="2287191"/>
            <a:ext cx="2308870" cy="1643311"/>
          </a:xfrm>
          <a:prstGeom prst="roundRect">
            <a:avLst>
              <a:gd name="adj" fmla="val 5796"/>
            </a:avLst>
          </a:prstGeom>
          <a:solidFill>
            <a:srgbClr val="0E1A2B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73530" y="2496741"/>
            <a:ext cx="19464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DE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AZURE CEILING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73530" y="2786261"/>
            <a:ext cx="1946463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E88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$100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273530" y="3309491"/>
            <a:ext cx="1946463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C9D2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Max cost per contract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5500" y="4292451"/>
            <a:ext cx="0" cy="650180"/>
          </a:xfrm>
          <a:prstGeom prst="line">
            <a:avLst/>
          </a:prstGeom>
          <a:noFill/>
          <a:ln w="25400">
            <a:solidFill>
              <a:srgbClr val="2563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1400" y="4343251"/>
            <a:ext cx="106479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Corrected math:</a:t>
            </a: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$167 × (1 − 0.40) ≈ $100. A 40% margin applies to the price, not to the $1,200 of value.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41400" y="4642941"/>
            <a:ext cx="106479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Validate the value-capture rate with customers first; every number downstream depends on it.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 · Pricing AI agents on Microsoft Foundry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256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 · WHERE FOUNDRY FITS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Foundry covers every stage of the pricing playbook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30350"/>
            <a:ext cx="10566400" cy="2976811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5" name="Shape 3"/>
          <p:cNvSpPr/>
          <p:nvPr/>
        </p:nvSpPr>
        <p:spPr>
          <a:xfrm>
            <a:off x="11372850" y="1930350"/>
            <a:ext cx="0" cy="2976811"/>
          </a:xfrm>
          <a:prstGeom prst="line">
            <a:avLst/>
          </a:prstGeom>
          <a:noFill/>
          <a:ln w="12700">
            <a:solidFill>
              <a:srgbClr val="CBD2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2800" y="4900811"/>
            <a:ext cx="10566400" cy="0"/>
          </a:xfrm>
          <a:prstGeom prst="line">
            <a:avLst/>
          </a:prstGeom>
          <a:noFill/>
          <a:ln w="12700">
            <a:solidFill>
              <a:srgbClr val="CBD2D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3050"/>
          <a:ext cx="10541000" cy="2951411"/>
        </p:xfrm>
        <a:graphic>
          <a:graphicData uri="http://schemas.openxmlformats.org/drawingml/2006/table">
            <a:tbl>
              <a:tblPr/>
              <a:tblGrid>
                <a:gridCol w="1686560"/>
                <a:gridCol w="4216400"/>
                <a:gridCol w="4638040"/>
              </a:tblGrid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Foundry capability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What it does for pricing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Estimate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 catalog + Azure Pricing Calculator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Cost per request before you write code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Build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Agent Service + Microsoft Agent Framework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workflow you can cost step by step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Constrain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 router (Cost, Balanced, Quality)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Cheap models on easy steps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Measure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Tracing in Application Insights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Token usage and cost per run and customer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Govern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Foundry Control Plane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Usage visibility and a request backstop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Evaluations + ROI view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Evidence for value or outcome pricing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526276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Foundry platform has no separate fee: you pay for the model calls, search, agent runtime and storage you consume.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 · Pricing AI agents on Microsoft Foundry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256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 · BUILD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multi-agent workflow you can price step by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36700"/>
            <a:ext cx="1734790" cy="2504182"/>
          </a:xfrm>
          <a:prstGeom prst="roundRect">
            <a:avLst>
              <a:gd name="adj" fmla="val 5491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3300" y="2120850"/>
            <a:ext cx="14172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STEP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3300" y="2423071"/>
            <a:ext cx="141729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Intake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3300" y="2755801"/>
            <a:ext cx="141729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Document Intelligence extracts text and layout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3300" y="3697982"/>
            <a:ext cx="1366490" cy="314920"/>
          </a:xfrm>
          <a:prstGeom prst="roundRect">
            <a:avLst>
              <a:gd name="adj" fmla="val 16131"/>
            </a:avLst>
          </a:prstGeom>
          <a:solidFill>
            <a:srgbClr val="E3EBF6"/>
          </a:solidFill>
          <a:ln/>
        </p:spPr>
        <p:txBody>
          <a:bodyPr wrap="square" lIns="74021" tIns="35921" rIns="23221" bIns="105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4F9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OCR service</a:t>
            </a:r>
            <a:endParaRPr lang="en-US" sz="1200" dirty="0"/>
          </a:p>
        </p:txBody>
      </p:sp>
      <p:pic>
        <p:nvPicPr>
          <p:cNvPr id="9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17440" y="3137991"/>
            <a:ext cx="342900" cy="101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023840" y="1936700"/>
            <a:ext cx="1734840" cy="2504182"/>
          </a:xfrm>
          <a:prstGeom prst="roundRect">
            <a:avLst>
              <a:gd name="adj" fmla="val 5490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7990" y="2120850"/>
            <a:ext cx="1417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STEP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7990" y="2423071"/>
            <a:ext cx="141734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Clause agent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207990" y="2755801"/>
            <a:ext cx="14173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Finds and labels each clause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207990" y="3271341"/>
            <a:ext cx="1366540" cy="314920"/>
          </a:xfrm>
          <a:prstGeom prst="roundRect">
            <a:avLst>
              <a:gd name="adj" fmla="val 16131"/>
            </a:avLst>
          </a:prstGeom>
          <a:solidFill>
            <a:srgbClr val="E3EBF6"/>
          </a:solidFill>
          <a:ln/>
        </p:spPr>
        <p:txBody>
          <a:bodyPr wrap="square" lIns="74021" tIns="35921" rIns="23221" bIns="105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4F9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Small model</a:t>
            </a:r>
            <a:endParaRPr lang="en-US" sz="1200" dirty="0"/>
          </a:p>
        </p:txBody>
      </p:sp>
      <p:pic>
        <p:nvPicPr>
          <p:cNvPr id="1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22180" y="3137991"/>
            <a:ext cx="342900" cy="1016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228580" y="1936700"/>
            <a:ext cx="1734790" cy="2504182"/>
          </a:xfrm>
          <a:prstGeom prst="roundRect">
            <a:avLst>
              <a:gd name="adj" fmla="val 5491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12730" y="2120850"/>
            <a:ext cx="14172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STEP 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12730" y="2423071"/>
            <a:ext cx="141729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Risk agents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412730" y="2755801"/>
            <a:ext cx="141729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50 checks in parallel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12730" y="3271341"/>
            <a:ext cx="1366490" cy="314920"/>
          </a:xfrm>
          <a:prstGeom prst="roundRect">
            <a:avLst>
              <a:gd name="adj" fmla="val 16131"/>
            </a:avLst>
          </a:prstGeom>
          <a:solidFill>
            <a:srgbClr val="E3EBF6"/>
          </a:solidFill>
          <a:ln/>
        </p:spPr>
        <p:txBody>
          <a:bodyPr wrap="square" lIns="74021" tIns="35921" rIns="23221" bIns="105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4F9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Model router</a:t>
            </a:r>
            <a:endParaRPr lang="en-US" sz="1200" dirty="0"/>
          </a:p>
        </p:txBody>
      </p:sp>
      <p:pic>
        <p:nvPicPr>
          <p:cNvPr id="21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26870" y="3137991"/>
            <a:ext cx="342900" cy="1016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433270" y="1936700"/>
            <a:ext cx="1734840" cy="2504182"/>
          </a:xfrm>
          <a:prstGeom prst="roundRect">
            <a:avLst>
              <a:gd name="adj" fmla="val 5490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617420" y="2120850"/>
            <a:ext cx="1417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STEP 4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617420" y="2423071"/>
            <a:ext cx="141734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Reviewer agent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7617420" y="2999631"/>
            <a:ext cx="141734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Consolidates findings and scores risk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617420" y="3728492"/>
            <a:ext cx="1366540" cy="528241"/>
          </a:xfrm>
          <a:prstGeom prst="roundRect">
            <a:avLst>
              <a:gd name="adj" fmla="val 9617"/>
            </a:avLst>
          </a:prstGeom>
          <a:solidFill>
            <a:srgbClr val="E3EBF6"/>
          </a:solidFill>
          <a:ln/>
        </p:spPr>
        <p:txBody>
          <a:bodyPr wrap="square" lIns="74021" tIns="35921" rIns="23221" bIns="105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4F9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Frontier model</a:t>
            </a:r>
            <a:endParaRPr lang="en-US" sz="1200" dirty="0"/>
          </a:p>
        </p:txBody>
      </p:sp>
      <p:pic>
        <p:nvPicPr>
          <p:cNvPr id="27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31610" y="3137991"/>
            <a:ext cx="342900" cy="1016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638010" y="1936700"/>
            <a:ext cx="1734840" cy="2504182"/>
          </a:xfrm>
          <a:prstGeom prst="roundRect">
            <a:avLst>
              <a:gd name="adj" fmla="val 5490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9822160" y="2120850"/>
            <a:ext cx="1417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STEP 5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822160" y="2423071"/>
            <a:ext cx="154434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review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9822160" y="2755801"/>
            <a:ext cx="14173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for high-risk contracts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9822160" y="3271341"/>
            <a:ext cx="1366540" cy="314920"/>
          </a:xfrm>
          <a:prstGeom prst="roundRect">
            <a:avLst>
              <a:gd name="adj" fmla="val 16131"/>
            </a:avLst>
          </a:prstGeom>
          <a:solidFill>
            <a:srgbClr val="E3EBF6"/>
          </a:solidFill>
          <a:ln/>
        </p:spPr>
        <p:txBody>
          <a:bodyPr wrap="square" lIns="74021" tIns="35921" rIns="23221" bIns="10521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4F94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People cost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812800" y="4802832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Agent Framework</a:t>
            </a: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patterns: sequential (steps 1→2→4), concurrent (step 3 fan-out), handoff (step 5).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812800" y="5127923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agent runs in Foundry Agent Service, so each step's tokens show up as its own cost line.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05 · Pricing AI agents on Microsoft Foundry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256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05 · CONSTRAIN COST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1379200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each step the cheapest model that passes your evals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30350"/>
            <a:ext cx="4238244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Foundry model catalog offers models from OpenAI, Anthropic and other providers in one project, so one workflow can mix tiers.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856061"/>
            <a:ext cx="423824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quality against price in the catalog, then confirm on your own contracts.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3524002"/>
            <a:ext cx="423824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Fill the bracketed figures from the Azure Pricing Calculator for your region.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83200" y="1930350"/>
            <a:ext cx="6096000" cy="2976811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8" name="Shape 6"/>
          <p:cNvSpPr/>
          <p:nvPr/>
        </p:nvSpPr>
        <p:spPr>
          <a:xfrm>
            <a:off x="11372850" y="1930350"/>
            <a:ext cx="0" cy="2976811"/>
          </a:xfrm>
          <a:prstGeom prst="line">
            <a:avLst/>
          </a:prstGeom>
          <a:noFill/>
          <a:ln w="12700">
            <a:solidFill>
              <a:srgbClr val="CBD2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83200" y="4900811"/>
            <a:ext cx="6096000" cy="0"/>
          </a:xfrm>
          <a:prstGeom prst="line">
            <a:avLst/>
          </a:prstGeom>
          <a:noFill/>
          <a:ln w="12700">
            <a:solidFill>
              <a:srgbClr val="CBD2DB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95900" y="1943050"/>
          <a:ext cx="6070600" cy="2951411"/>
        </p:xfrm>
        <a:graphic>
          <a:graphicData uri="http://schemas.openxmlformats.org/drawingml/2006/table">
            <a:tbl>
              <a:tblPr/>
              <a:tblGrid>
                <a:gridCol w="2428240"/>
                <a:gridCol w="2185416"/>
                <a:gridCol w="1456944"/>
              </a:tblGrid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Step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 tier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2E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 contract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Intake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Document Intelligence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9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Clause agent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Small model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Risk agents ×50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 router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Reviewer agent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Frontier model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Evals + human review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Variance costs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[$__]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163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 at P90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5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E1A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≤ $100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5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C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BF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 · Pricing AI agents on Microsoft Foundry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256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05 · CONSTRAIN COST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router chooses the model per request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67635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deployment; a trained router sends each prompt to a nano, standard or reasoning model based on difficulty.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185591"/>
            <a:ext cx="3407817" cy="1231850"/>
          </a:xfrm>
          <a:prstGeom prst="roundRect">
            <a:avLst>
              <a:gd name="adj" fmla="val 7732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8700" y="2395141"/>
            <a:ext cx="3078378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8700" y="2745631"/>
            <a:ext cx="307837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Always the highest-quality model; cost ignored.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2067" y="2185591"/>
            <a:ext cx="3407866" cy="1231850"/>
          </a:xfrm>
          <a:prstGeom prst="roundRect">
            <a:avLst>
              <a:gd name="adj" fmla="val 7732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1617" y="2395141"/>
            <a:ext cx="307842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Balanced (default)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01617" y="2745631"/>
            <a:ext cx="307842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Weighs cost and quality for each prompt.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65033" y="2185591"/>
            <a:ext cx="3407817" cy="1231850"/>
          </a:xfrm>
          <a:prstGeom prst="roundRect">
            <a:avLst>
              <a:gd name="adj" fmla="val 7732"/>
            </a:avLst>
          </a:prstGeom>
          <a:solidFill>
            <a:srgbClr val="E3EBF6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74583" y="2395141"/>
            <a:ext cx="3078378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74583" y="2745631"/>
            <a:ext cx="307837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Accepts a ~5–6% quality band to pick cheaper models.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5500" y="3677791"/>
            <a:ext cx="0" cy="1164580"/>
          </a:xfrm>
          <a:prstGeom prst="line">
            <a:avLst/>
          </a:prstGeom>
          <a:noFill/>
          <a:ln w="25400">
            <a:solidFill>
              <a:srgbClr val="C862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1400" y="3728591"/>
            <a:ext cx="1064793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rely on 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26744" y="4048621"/>
            <a:ext cx="10554970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router bills its own input tokens on top of the chosen model.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 window equals the smallest model in the routing pool.</a:t>
            </a:r>
            <a:endParaRPr lang="en-US" sz="1300" dirty="0"/>
          </a:p>
          <a:p>
            <a:pPr algn="l" marL="168656" indent="-168656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Benchmark on your own contracts before production traffic.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07 · Pricing AI agents on Microsoft Foundry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256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 · MEASURE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the cost ceiling at P90, not at the average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36700"/>
            <a:ext cx="5194300" cy="3162300"/>
          </a:xfrm>
          <a:prstGeom prst="roundRect">
            <a:avLst>
              <a:gd name="adj" fmla="val 3012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pic>
        <p:nvPicPr>
          <p:cNvPr id="5" name="Image 0" descr="Right-skewed distribution of cost per contract with median and P90 lin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930350"/>
            <a:ext cx="5207000" cy="3175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90800" y="228595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445000" y="228595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P90 ceiling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22800" y="3771850"/>
            <a:ext cx="132080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 tail of costly contracts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42030" y="4800550"/>
            <a:ext cx="22237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Cost per contract →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75400" y="1930350"/>
            <a:ext cx="2378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89427" y="1930350"/>
            <a:ext cx="483046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a pilot batch of real contracts through the workflow in Foundry.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75400" y="2580531"/>
            <a:ext cx="2641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715770" y="2580531"/>
            <a:ext cx="454884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token usage per run from Foundry tracing.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75400" y="2981821"/>
            <a:ext cx="2641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715770" y="2981821"/>
            <a:ext cx="493228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Take the P90 cost per contract as your ceiling input.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75400" y="3383111"/>
            <a:ext cx="26417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15770" y="3383111"/>
            <a:ext cx="51164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Project monthly spend in the Azure Pricing Calculator.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08 · Pricing AI agents on Microsoft Foundry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E8833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07 · PRICE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pricing equation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30350"/>
            <a:ext cx="1088339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Price = (P90 cost + variance costs) </a:t>
            </a:r>
            <a:r>
              <a:rPr lang="en-US" sz="2800" b="1" dirty="0">
                <a:solidFill>
                  <a:srgbClr val="E88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÷ (1 − margin)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12800" y="2730450"/>
            <a:ext cx="3420517" cy="1244501"/>
          </a:xfrm>
          <a:prstGeom prst="roundRect">
            <a:avLst>
              <a:gd name="adj" fmla="val 8164"/>
            </a:avLst>
          </a:prstGeom>
          <a:solidFill>
            <a:srgbClr val="18273C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933650"/>
            <a:ext cx="3104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COST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3223171"/>
            <a:ext cx="3104540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P90 run cost [$__] + evals and review [$__] ≤ $100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5717" y="2730450"/>
            <a:ext cx="3420566" cy="1244501"/>
          </a:xfrm>
          <a:prstGeom prst="roundRect">
            <a:avLst>
              <a:gd name="adj" fmla="val 8164"/>
            </a:avLst>
          </a:prstGeom>
          <a:solidFill>
            <a:srgbClr val="18273C"/>
          </a:solidFill>
          <a:ln/>
        </p:spPr>
      </p:sp>
      <p:sp>
        <p:nvSpPr>
          <p:cNvPr id="9" name="Text 7"/>
          <p:cNvSpPr/>
          <p:nvPr/>
        </p:nvSpPr>
        <p:spPr>
          <a:xfrm>
            <a:off x="4588917" y="2933650"/>
            <a:ext cx="31045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PRICE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88917" y="3223171"/>
            <a:ext cx="3217366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$100 ÷ 0.60 ≈ $167 per contract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8683" y="2730450"/>
            <a:ext cx="3420517" cy="1244501"/>
          </a:xfrm>
          <a:prstGeom prst="roundRect">
            <a:avLst>
              <a:gd name="adj" fmla="val 8164"/>
            </a:avLst>
          </a:prstGeom>
          <a:solidFill>
            <a:srgbClr val="18273C"/>
          </a:solidFill>
          <a:ln/>
        </p:spPr>
      </p:sp>
      <p:sp>
        <p:nvSpPr>
          <p:cNvPr id="12" name="Text 10"/>
          <p:cNvSpPr/>
          <p:nvPr/>
        </p:nvSpPr>
        <p:spPr>
          <a:xfrm>
            <a:off x="8161883" y="2933650"/>
            <a:ext cx="31045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CREDITS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61883" y="3223171"/>
            <a:ext cx="3104540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contract = [5] credits ≈ $[33] per credit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433055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2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Size the base retainer so ~80% of customers stay within their included credits; heavier users buy top-ups.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8B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09 · Pricing AI agents on Microsoft Foundry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256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08 · MEASURE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Tracing turns every run into a cost record</a:t>
            </a:r>
            <a:endParaRPr lang="en-US" sz="3200" dirty="0"/>
          </a:p>
        </p:txBody>
      </p:sp>
      <p:pic>
        <p:nvPicPr>
          <p:cNvPr id="4" name="Image 0" descr="Activity">    </p:cNvPr>
          <p:cNvPicPr>
            <a:picLocks noChangeAspect="1"/>
          </p:cNvPicPr>
          <p:nvPr/>
        </p:nvPicPr>
        <p:blipFill>
          <a:blip r:embed="rId1"/>
          <a:srcRect l="0" r="0" t="-575" b="-575"/>
          <a:stretch/>
        </p:blipFill>
        <p:spPr>
          <a:xfrm>
            <a:off x="812800" y="1930350"/>
            <a:ext cx="207169" cy="25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6969" y="1930350"/>
            <a:ext cx="546377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 usage and latency per span, sent via OpenTelemetry to Application Insights</a:t>
            </a:r>
            <a:endParaRPr lang="en-US" sz="1400" dirty="0"/>
          </a:p>
        </p:txBody>
      </p:sp>
      <p:pic>
        <p:nvPicPr>
          <p:cNvPr id="6" name="Image 1" descr="Chart">    </p:cNvPr>
          <p:cNvPicPr>
            <a:picLocks noChangeAspect="1"/>
          </p:cNvPicPr>
          <p:nvPr/>
        </p:nvPicPr>
        <p:blipFill>
          <a:blip r:embed="rId2"/>
          <a:srcRect l="-236" r="-236" t="0" b="0"/>
          <a:stretch/>
        </p:blipFill>
        <p:spPr>
          <a:xfrm>
            <a:off x="812800" y="2605931"/>
            <a:ext cx="242441" cy="254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2241" y="2605931"/>
            <a:ext cx="542744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 monitoring dashboard: token trends, success rates, eval scores</a:t>
            </a:r>
            <a:endParaRPr lang="en-US" sz="1400" dirty="0"/>
          </a:p>
        </p:txBody>
      </p:sp>
      <p:pic>
        <p:nvPicPr>
          <p:cNvPr id="8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3281511"/>
            <a:ext cx="254000" cy="254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93800" y="3281511"/>
            <a:ext cx="372766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Alerts on token usage or latency spikes</a:t>
            </a:r>
            <a:endParaRPr lang="en-US" sz="1400" dirty="0"/>
          </a:p>
        </p:txBody>
      </p:sp>
      <p:pic>
        <p:nvPicPr>
          <p:cNvPr id="10" name="Image 3" descr="Code">    </p:cNvPr>
          <p:cNvPicPr>
            <a:picLocks noChangeAspect="1"/>
          </p:cNvPicPr>
          <p:nvPr/>
        </p:nvPicPr>
        <p:blipFill>
          <a:blip r:embed="rId4"/>
          <a:srcRect l="-444" r="-444" t="0" b="0"/>
          <a:stretch/>
        </p:blipFill>
        <p:spPr>
          <a:xfrm>
            <a:off x="812800" y="3713311"/>
            <a:ext cx="237034" cy="254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76834" y="3713311"/>
            <a:ext cx="5433009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Also traces agents built on other frameworks through the OTel exporter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6813550" y="1936700"/>
            <a:ext cx="4559300" cy="3207792"/>
          </a:xfrm>
          <a:prstGeom prst="roundRect">
            <a:avLst>
              <a:gd name="adj" fmla="val 2969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7048500" y="2171650"/>
            <a:ext cx="421208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Tag every run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61200" y="2555180"/>
          <a:ext cx="4076700" cy="1765102"/>
        </p:xfrm>
        <a:graphic>
          <a:graphicData uri="http://schemas.openxmlformats.org/drawingml/2006/table">
            <a:tbl>
              <a:tblPr/>
              <a:tblGrid>
                <a:gridCol w="2242185"/>
                <a:gridCol w="1834515"/>
              </a:tblGrid>
              <a:tr h="3530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E1A2B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Tag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8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E1A2B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Example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BA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8E5"/>
                    </a:solidFill>
                  </a:tcPr>
                </a:tc>
              </a:tr>
              <a:tr h="3530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customer_id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cust-4092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9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0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workflow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contract_review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0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agent_run_id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run-7f3a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30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credits_charged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E1A2B"/>
                          </a:solidFill>
                          <a:latin typeface="IBM Plex Mono" pitchFamily="49" charset="0"/>
                          <a:ea typeface="IBM Plex Mono" pitchFamily="49" charset="-122"/>
                          <a:cs typeface="IBM Plex Mono" pitchFamily="49" charset="-120"/>
                        </a:rPr>
                        <a:t>5</a:t>
                      </a:r>
                      <a:endParaRPr lang="en-US" sz="12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1600" marR="101600" marT="63500" marB="63500" anchor="t">
                    <a:lnL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8"/>
          <p:cNvSpPr/>
          <p:nvPr/>
        </p:nvSpPr>
        <p:spPr>
          <a:xfrm>
            <a:off x="7048500" y="4447282"/>
            <a:ext cx="421208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 tokens to tags in Kusto to see margin per customer and catch leaks early.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10 · Pricing AI agents on Microsoft Foundry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256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09 · GOVERN AND PROVE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 margin today, earn outcome pricing later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36700"/>
            <a:ext cx="5168900" cy="2019300"/>
          </a:xfrm>
          <a:prstGeom prst="roundRect">
            <a:avLst>
              <a:gd name="adj" fmla="val 4717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97050"/>
            <a:ext cx="47876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Foundry Control Plane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57732" y="2628850"/>
            <a:ext cx="4701794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Estimated token usage and cost per agent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Entra identity per agent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 block incoming requests when usage runs away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3950" y="1936700"/>
            <a:ext cx="5168900" cy="2019300"/>
          </a:xfrm>
          <a:prstGeom prst="roundRect">
            <a:avLst>
              <a:gd name="adj" fmla="val 4717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64300" y="2197050"/>
            <a:ext cx="478764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Evaluations and ROI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42532" y="2628850"/>
            <a:ext cx="470179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evaluations score production traces against your rubric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ROI view puts a value on the agent</a:t>
            </a:r>
            <a:endParaRPr lang="en-US" sz="1400" dirty="0"/>
          </a:p>
          <a:p>
            <a:pPr algn="l" marL="175768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Builds the reliability record outcome pricing needs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317950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256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with credits; move toward per-outcome fees as evaluation scores prove autonomy.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11 · Pricing AI agents on Microsoft Foundry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2563B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10 · ROLLOUT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spc="-50" kern="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phases from estimate to optimized margin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36700"/>
            <a:ext cx="2514600" cy="2496691"/>
          </a:xfrm>
          <a:prstGeom prst="roundRect">
            <a:avLst>
              <a:gd name="adj" fmla="val 3815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146250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8700" y="2461171"/>
            <a:ext cx="215836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Estimate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4044" y="2837061"/>
            <a:ext cx="2065401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the $100 ceiling in the Pricing Calculator</a:t>
            </a:r>
            <a:endParaRPr lang="en-US" sz="1300" dirty="0"/>
          </a:p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Shortlist a model for each step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8850" y="1936700"/>
            <a:ext cx="2514600" cy="2496691"/>
          </a:xfrm>
          <a:prstGeom prst="roundRect">
            <a:avLst>
              <a:gd name="adj" fmla="val 3815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8400" y="2146250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08400" y="2461171"/>
            <a:ext cx="215836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Pilot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93744" y="2837061"/>
            <a:ext cx="2065401" cy="141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the workflow in Agent Service</a:t>
            </a:r>
            <a:endParaRPr lang="en-US" sz="1300" dirty="0"/>
          </a:p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real contracts with tracing on</a:t>
            </a:r>
            <a:endParaRPr lang="en-US" sz="1300" dirty="0"/>
          </a:p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 P90 cost per contract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8550" y="1936700"/>
            <a:ext cx="2514600" cy="2496691"/>
          </a:xfrm>
          <a:prstGeom prst="roundRect">
            <a:avLst>
              <a:gd name="adj" fmla="val 3815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8100" y="2146250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88100" y="2461171"/>
            <a:ext cx="215836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Launch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73444" y="2837061"/>
            <a:ext cx="2065401" cy="11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 retainer and credit rate from P90</a:t>
            </a:r>
            <a:endParaRPr lang="en-US" sz="1300" dirty="0"/>
          </a:p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Tag runs with customer_id</a:t>
            </a:r>
            <a:endParaRPr lang="en-US" sz="1300" dirty="0"/>
          </a:p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Alert on token spikes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8250" y="1936700"/>
            <a:ext cx="2514600" cy="2496691"/>
          </a:xfrm>
          <a:prstGeom prst="roundRect">
            <a:avLst>
              <a:gd name="adj" fmla="val 3815"/>
            </a:avLst>
          </a:prstGeom>
          <a:solidFill>
            <a:srgbClr val="FBFAF7"/>
          </a:solidFill>
          <a:ln w="12700">
            <a:solidFill>
              <a:srgbClr val="CBD2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7800" y="2146250"/>
            <a:ext cx="21583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31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PHASE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67800" y="2461171"/>
            <a:ext cx="215836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Optimize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53144" y="2837061"/>
            <a:ext cx="2065401" cy="11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Tune model router modes</a:t>
            </a:r>
            <a:endParaRPr lang="en-US" sz="1300" dirty="0"/>
          </a:p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continuous evaluations</a:t>
            </a:r>
            <a:endParaRPr lang="en-US" sz="1300" dirty="0"/>
          </a:p>
          <a:p>
            <a:pPr algn="l" marL="168656" indent="-168656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0E1A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Revisit price as costs fall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6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12 · Pricing AI agents on Microsoft Foundry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210594"/>
            <a:ext cx="9810750" cy="1342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i="0" spc="-100" kern="0" dirty="0">
                <a:solidFill>
                  <a:srgbClr val="F4F2E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Your architecture is your pricing strategy.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12800" y="3781326"/>
            <a:ext cx="9156700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E883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Microsoft Foundry is how you estimate it, cap it and prove it.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4398516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AA8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step: price one workflow end to end with real traces.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703835"/>
            <a:ext cx="9810750" cy="8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14141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Presentation title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12800" y="3811265"/>
            <a:ext cx="981075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3D3D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one-line subtitle for the presentation.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cing AI Agents on Microsoft Foundry">
  <a:themeElements>
    <a:clrScheme name="Pricing AI Agents on Microsoft Foundry">
      <a:dk1>
        <a:srgbClr val="0E1A2B"/>
      </a:dk1>
      <a:lt1>
        <a:srgbClr val="F4F2EC"/>
      </a:lt1>
      <a:dk2>
        <a:srgbClr val="48505B"/>
      </a:dk2>
      <a:lt2>
        <a:srgbClr val="DDDCD9"/>
      </a:lt2>
      <a:accent1>
        <a:srgbClr val="B4531A"/>
      </a:accent1>
      <a:accent2>
        <a:srgbClr val="2563B8"/>
      </a:accent2>
      <a:accent3>
        <a:srgbClr val="1D4F94"/>
      </a:accent3>
      <a:accent4>
        <a:srgbClr val="E8833A"/>
      </a:accent4>
      <a:accent5>
        <a:srgbClr val="4A5566"/>
      </a:accent5>
      <a:accent6>
        <a:srgbClr val="9AA8BA"/>
      </a:accent6>
      <a:hlink>
        <a:srgbClr val="0563C1"/>
      </a:hlink>
      <a:folHlink>
        <a:srgbClr val="954F72"/>
      </a:folHlink>
    </a:clrScheme>
    <a:fontScheme name="Pricing AI Agents on Microsoft Foundry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 AI Agents on Microsoft Foundry</dc:title>
  <dc:subject/>
  <dc:creator/>
  <cp:lastModifiedBy/>
  <cp:revision>1</cp:revision>
  <dcterms:created xsi:type="dcterms:W3CDTF">2026-10-05T03:40:13Z</dcterms:created>
  <dcterms:modified xsi:type="dcterms:W3CDTF">2026-10-05T03:40:13Z</dcterms:modified>
</cp:coreProperties>
</file>