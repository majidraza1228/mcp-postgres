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Agent-Based CLI Tools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2C39A"/>
                </a:solidFill>
              </a:rPr>
              <a:t>Codex CLI vs GitHub Copilot CLI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F5F5"/>
                </a:solidFill>
              </a:rPr>
              <a:t>Complete Comparison for Developers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Executive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Codex CLI (OpenAI)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Models: </a:t>
            </a:r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GPT-5.4, GPT-5.3-Codex, GPT-5.3-Codex-Spark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Platform: </a:t>
            </a:r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macOS, Linux, Windows (experimental)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Installation: </a:t>
            </a:r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codex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GitHub Copilot CLI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1554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Models: </a:t>
            </a:r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Claude Sonnet 4.5 (default), Claude Sonnet 4, GPT-5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920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Platform: </a:t>
            </a:r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macOS, Linux, Windows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2286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Installation: </a:t>
            </a:r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@github/copilot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Key Differentiators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• Codex CLI: Built-in web search, comprehensive code review, structured outputs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• GitHub Copilot CLI: Native GitHub integration, plan mode, enterprise governance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Command Categories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Category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Codex CLI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GitHub Copilot CLI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Session Management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⭐⭐⭐⭐⭐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/resume, /fork, /new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⭐⭐⭐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/clear only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Code Review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⭐⭐⭐⭐⭐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Built-in /review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⭐⭐⭐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Natural language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GitHub Integration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⭐⭐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Manual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⭐⭐⭐⭐⭐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Native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Web Search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⭐⭐⭐⭐⭐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Built-in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Not available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Context Management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⭐⭐⭐⭐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/mention, /compact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⭐⭐⭐⭐⭐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/add-dir, /list-dirs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Planning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⭐⭐⭐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Skills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⭐⭐⭐⭐⭐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Plan mode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Code Review Capabilities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Codex CLI - Winner ⭐⭐⭐⭐⭐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Built-in Commands: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/review - Review staged changes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/review commit HEAD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/review diff --base main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Custom focus areas with --instructions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Key Features: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✓ Security vulnerability detection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✓ Performance analysis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✓ Architecture review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✓ No setup required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2336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9144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GitHub Copilot CLI ⭐⭐⭐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1645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Approach: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01168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• Natural language prompts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• Plan mode for structured review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• Native GitHub PR integration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3200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Key Features: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35661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✓ Automated PR commenting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✓ Organization-wide standards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✓ GitHub Actions integration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✗ No dedicated review command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SDLC Phase Coverage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00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SDLC Phase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Codex CLI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GitHub Copilot CLI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Winner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Planning &amp; Design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⭐⭐⭐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⭐⭐⭐⭐⭐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GitHub Copilot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Development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⭐⭐⭐⭐⭐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⭐⭐⭐⭐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Codex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Code Review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⭐⭐⭐⭐⭐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⭐⭐⭐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Codex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Testing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⭐⭐⭐⭐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⭐⭐⭐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Tie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Deployment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⭐⭐⭐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⭐⭐⭐⭐⭐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GitHub Copilot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Maintenance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⭐⭐⭐⭐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⭐⭐⭐⭐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Tie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Session &amp; State Management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3566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Codex CLI Commands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/resume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Continue previous session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Branch conversation to try different approaches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Start fresh without closing terminal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Clear history for new task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023360" cy="3566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GitHub Copilot CLI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Clear history for new task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Auto-save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Sessions automatically saved and restored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</a:rPr>
              <a:t>Note: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3C7E"/>
                </a:solidFill>
              </a:rPr>
              <a:t>No /resume, /fork, or /new commands available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Unique Features: Codex CLI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Built-in Web Search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--search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Research APIs and best practices without leaving terminal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</a:rPr>
              <a:t>💡 Save 1-2 hours daily on research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Structured Outputs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--output-schema schema.json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Get JSON responses for scripting and automation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</a:rPr>
              <a:t>💡 Parse AI outputs in CI/CD pipelines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822960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Cloud Task Management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cloud exec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Distribute development across cloud environments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</a:rPr>
              <a:t>💡 Scale workload beyond local machine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Fast Mode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/fast 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2-3x faster responses for simple tasks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</a:rPr>
              <a:t>💡 Quick iterations on simple changes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Unique Features: GitHub Copilot CLI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Native GitHub Integration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Natural language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Manage PRs, issues, branches from terminal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</a:rPr>
              <a:t>💡 No context switching to browser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Plan Mode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Shift+Tab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Structured planning before implementation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</a:rPr>
              <a:t>💡 Catch misunderstandings early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822960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Autopilot Mode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Shift+Tab (cycle)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Autonomous task completion without approvals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</a:rPr>
              <a:t>💡 Hands-free multi-step workflows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Enterprise Governance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Organization policies enforced automatically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</a:rPr>
              <a:t>💡 Compliance and security built-in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Top 10 Daily Productivity Commands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3832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Command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Tool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Why It Matters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!&lt;command&gt;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Both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Run bash inline - stay in flow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/resume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Codex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Continue yesterday's work instantly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/copy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Both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Grab output without selecting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/mention or @file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Both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Quick file reference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/compact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Both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Extend session without limits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codex --search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Codex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Research without context switch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Shift+Tab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Copilot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Mode cycling (Plan/Autopilot)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/review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Codex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Pre-commit quality check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/cwd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Copilot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Verify current directory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/status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Codex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Monitor usage proactively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Performance &amp; Speed Optimization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Codex CLI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/fast 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Enable fast mode for 2-3x speed boost on simple tasks like adding comments or fixing imports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/status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Check rate limits before starting big tasks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2336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GitHub Copilot CLI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Switch between models mid-session: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• Claude Sonnet 4.5 (balanced)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• GPT-5 (speed)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• Claude Sonnet 4 (quality)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1188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⚡ Pro Tip: Time Saved Per Day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Research: 1-2 hours • Code Review: 30-60 min • Debugging: 30-45 min • Total: 3-4.5 hours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Context &amp; File Management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Codex CLI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 CLI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files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/mention &lt;file&gt;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@filename not supported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directories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/add-dir &lt;path&gt;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directories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/list-dirs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location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!pwd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/cwd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 context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/compact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/compact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token usage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/context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3C7E"/>
                </a:solidFill>
              </a:rPr>
              <a:t>Best Practice: Run /compact every 30-40 messages to prevent context bloat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Which Tool Should You Choose?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Choose Codex CLI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Best code review out of the box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Need web search integration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Want structured JSON outputs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Individual developers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Small teams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Research-heavy workflows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Cloud task distribution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023360" cy="3474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Choose GitHub Copilot CLI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0" y="17373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GitHub-centric workflows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Native PR/issue management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Enterprise governance needed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Team collaboration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CI/CD integration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Plan mode for structured dev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Already on GitHub Copilot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Recommended: Hybrid Approach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3C7E"/>
                </a:solidFill>
              </a:rPr>
              <a:t>Use both tools for their specific strengths across different SDLC phases: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2860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Planning &amp; Design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34640" y="1371600"/>
            <a:ext cx="201168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1417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GitHub Copilot CLI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371600"/>
            <a:ext cx="374904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417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</a:rPr>
              <a:t>Native issue tracking and project boards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22860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659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Development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34640" y="1920240"/>
            <a:ext cx="2011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Either Tool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1920240"/>
            <a:ext cx="3749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965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</a:rPr>
              <a:t>Both excellent - choose based on web search needs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22860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146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Code Review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34640" y="2468880"/>
            <a:ext cx="201168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Codex CLI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2468880"/>
            <a:ext cx="374904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5146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</a:rPr>
              <a:t>Most comprehensive /review commands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22860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0632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834640" y="3017520"/>
            <a:ext cx="2011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2926080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Either Tool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3017520"/>
            <a:ext cx="3749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0632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</a:rPr>
              <a:t>Both support test generation and debugging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566160"/>
            <a:ext cx="22860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611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834640" y="3566160"/>
            <a:ext cx="201168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0" y="3611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GitHub Copilot CLI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37760" y="3566160"/>
            <a:ext cx="374904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6118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</a:rPr>
              <a:t>Native GitHub Actions integration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114800"/>
            <a:ext cx="22860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160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Maintenance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834640" y="4114800"/>
            <a:ext cx="2011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292608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Codex CLI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937760" y="4114800"/>
            <a:ext cx="3749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41605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</a:rPr>
              <a:t>Session resume and web search for solutions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Quick Decision Matrix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38328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Your Priority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Choose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Best code review commands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Codex CLI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GitHub integration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GitHub Copilot CLI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Complete SDLC in one tool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GitHub Copilot CLI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Research during development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Codex CLI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Team collaboration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GitHub Copilot CLI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Easiest setup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GitHub Copilot CLI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Session management (fork/resume)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Codex CLI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Enterprise governance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GitHub Copilot CLI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Web search capabilities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Codex CLI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Plan mode workflow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GitHub Copilot CLI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Getting Started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Codex CLI Setup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1. Install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codex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2. Authenticate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Sign in with ChatGPT or API key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3. Launch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/help  # See all commands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02336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GitHub Copilot CLI Setup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1. Install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@github/copilot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2. Authenticate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GitHub credentials (auto)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3. Launch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200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/help  # See all commands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Shift+Tab  # Try plan mode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</a:rPr>
              <a:t>1. Codex CLI wins for code review and web search capabilities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</a:rPr>
              <a:t>2. GitHub Copilot CLI wins for complete SDLC and GitHub integration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</a:rPr>
              <a:t>3. Both save 3-4.5 hours per day through automation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</a:rPr>
              <a:t>4. Best results: Use both tools for their specific strengths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2C39A"/>
                </a:solidFill>
              </a:rPr>
              <a:t>Choose based on your workflow priorities and ecosystem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Codex CLI vs GitHub Copilot CLI</dc:title>
  <dc:subject>PptxGenJS Presentation</dc:subject>
  <dc:creator>AI CLI Comparison</dc:creator>
  <cp:lastModifiedBy>AI CLI Comparison</cp:lastModifiedBy>
  <cp:revision>1</cp:revision>
  <dcterms:created xsi:type="dcterms:W3CDTF">2026-04-05T12:23:04Z</dcterms:created>
  <dcterms:modified xsi:type="dcterms:W3CDTF">2026-04-05T12:23:04Z</dcterms:modified>
</cp:coreProperties>
</file>