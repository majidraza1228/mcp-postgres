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VS Code Agent Development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with GitHub Copilot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Session Management • Prompts • Hooks • Orchestration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38636"/>
                </a:solidFill>
              </a:rPr>
              <a:t>Python + VS Code Extension Implementation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</a:rPr>
              <a:t>Powered by GitHub Copilot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VS Code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UI &amp; Commands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File watchers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Session views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WebSocket client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Agents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Orchestration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Sessions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WebSocket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Code generation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Analysis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Refactoring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Test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GitHub Copilot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AI-powered code assistance via Copilot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Code Completion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Context-aware code suggestions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Security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Identify vulnerabilities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Test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Automated test creation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Code Refactoring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Intelligent improvements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GitHubCopilotClient(token=GITHUB_TOKEN)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VS Code Extension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Complete UI integration with commands and 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Command Palette: Generate, Analyze, Refactor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Sidebar: Sessions &amp; Active Tasks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Keyboard Shortcuts: Ctrl+Shift+G, Ctrl+Shift+A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File Watchers: Auto-format on save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Slash Commands: /generate, /analyze, /test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128"/>
                </a:solidFill>
              </a:rPr>
              <a:t>✓ Real-time Progress: WebSocket updates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Real-time Communication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WebSocket for instant VS Code ↔ Python backend updates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58A6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VS Code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Extension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2011680"/>
            <a:ext cx="1463040" cy="365760"/>
          </a:xfrm>
          <a:prstGeom prst="rightArrow">
            <a:avLst/>
          </a:prstGeom>
          <a:solidFill>
            <a:srgbClr val="238636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371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WebSocket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2743200" cy="1097280"/>
          </a:xfrm>
          <a:prstGeom prst="rect">
            <a:avLst/>
          </a:prstGeom>
          <a:solidFill>
            <a:srgbClr val="23863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Python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</a:rPr>
              <a:t>Message Types: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execute_command → Run agent tasks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task_progress → Real-time updates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session_state → Sync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</a:rPr>
              <a:t>• analysis_result → Show diagnostics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Session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Persistent context across development sessions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Create &amp; Resume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Start tasks, continue later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Auto-save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State preserved every 30s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Context Tracking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Files, changes,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6072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Team Sharing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Export/import sessions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AgentSession()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session.update_context('task', 'Refactor auth')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session.save()  # Auto-persisted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Multi-Agent Orchestration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Complex workflows with specialized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</a:rPr>
              <a:t>Example: "Add JWT Authentication"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Orchestrator + Copilot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Analyze existing 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 Analyzer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6517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Generate JWT module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035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Copilot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6517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Create middleware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Copilot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Generate tests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 Generator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4747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Run security scan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 Analyzer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474720"/>
            <a:ext cx="54864" cy="64008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Update docs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Documentor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End-to-End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0:00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1887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Developer uses /generate command in VS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8660" y="13716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0:01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45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Extension sends request via WebSocket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8288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21488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031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0:02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103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Orchestrator breaks down 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" y="22860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26060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60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0:15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560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Copilot API generates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" y="27432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30632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17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1:30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Local agents analyze &amp; test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" y="32004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" y="3520440"/>
            <a:ext cx="137160" cy="1371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474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2:00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4747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</a:rPr>
              <a:t>Results streamed back to VS Code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8660" y="36576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" y="3977640"/>
            <a:ext cx="137160" cy="137160"/>
          </a:xfrm>
          <a:prstGeom prst="ellipse">
            <a:avLst/>
          </a:prstGeom>
          <a:solidFill>
            <a:srgbClr val="23863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931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2:15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3931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</a:rPr>
              <a:t>✓ Code inserted, session saved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Implementation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Complete codebase with all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</a:rPr>
              <a:t>VS Code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TypeScript, WebSocket client, UI components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WebSocket server, Language Server 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91440" cy="64008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</a:rPr>
              <a:t>Python 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015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Agents, Orchestrator, Session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</a:rPr>
              <a:t>GitHub Copilot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1788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API client, Code generation,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</a:rPr>
              <a:t>1. Install VS Code Extension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VS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Ext: Install from VSIX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from marketplace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</a:rPr>
              <a:t>2. Setup Python Backend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GITHUB_TOKEN=your_token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</a:rPr>
              <a:t>3. Start Development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Extension auto-starts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Ctrl+Shift+G to generate code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Full VS Code integration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2176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GitHub Copilot AI power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5237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Real-time WebSocket communication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8712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Persistent session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218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Multi-agent orchestration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Complete Python implementation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913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✓ Production-ready codebase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38636"/>
                </a:solidFill>
              </a:rPr>
              <a:t>Ready to Deploy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Agent Development with GitHub Copilot</dc:title>
  <dc:subject>PptxGenJS Presentation</dc:subject>
  <dc:creator>Agent Development Team</dc:creator>
  <cp:lastModifiedBy>Agent Development Team</cp:lastModifiedBy>
  <cp:revision>1</cp:revision>
  <dcterms:created xsi:type="dcterms:W3CDTF">2026-03-01T06:07:33Z</dcterms:created>
  <dcterms:modified xsi:type="dcterms:W3CDTF">2026-03-01T06:07:33Z</dcterms:modified>
</cp:coreProperties>
</file>