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31152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31152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1152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624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8624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6096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6096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4572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804672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152144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499616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914400"/>
            <a:ext cx="1920240" cy="34747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MAY 2026  •  v1.123.0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" y="17830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1.123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Development  •  Copilot Upgrades  •  GitHub Copilot Plugin Deep-Dive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531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is evolving from a code editor into an AI agent orchestration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1C2128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691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Session Handoff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live chat sessions into the Agents window without losing context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69164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73152" cy="1691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Agents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layout, threaded feedback, better session management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1C2128"/>
          </a:solidFill>
          <a:ln w="1905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90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Agent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interact with web apps and gather browser context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691640"/>
          </a:xfrm>
          <a:prstGeom prst="rect">
            <a:avLst/>
          </a:prstGeom>
          <a:solidFill>
            <a:srgbClr val="1C212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26080"/>
            <a:ext cx="73152" cy="16916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90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42 Upgrade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148, Node.js 22.x — performance &amp; security boost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updates shipping in May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02920" cy="5029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Session Handoff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sidebar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005840"/>
            <a:ext cx="2286000" cy="1280160"/>
          </a:xfrm>
          <a:prstGeom prst="rect">
            <a:avLst/>
          </a:prstGeom>
          <a:solidFill>
            <a:srgbClr val="58A6FF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workspace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61488" y="16459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808" y="16459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06040"/>
            <a:ext cx="84124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06040"/>
            <a:ext cx="64008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lost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26700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exactly where you left off in the chat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55848"/>
            <a:ext cx="84124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55848"/>
            <a:ext cx="64008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tasks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419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suited for multi-step coding workflows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05656"/>
            <a:ext cx="84124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05656"/>
            <a:ext cx="64008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9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transition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41696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click moves session to dedicated workspace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02920" cy="5029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Agents Window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6002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24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Grid-Based Session Layout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agent tasks side-by-side with a visual grid overview of all running sessions across projects.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14800" cy="16002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960120"/>
            <a:ext cx="41148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24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Threaded Feedback Conversations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directly in-thread to agent actions and provide targeted feedback without interrupting the main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6002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41148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3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Better Session Management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3558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start, pause, resume, and switch between multiple long-running agent sessions simultaneously.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4114800" cy="16002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788920"/>
            <a:ext cx="41148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53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Clearer Steering Messages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3558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now display cleaner, more informative status messages during execution so you always know what's happening.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Agent-First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868680"/>
            <a:ext cx="393192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chat questions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completions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only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multi-step work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full tasks to agents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repos autonomously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25237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files + run commands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3054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execution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78166">
              <a:alpha val="15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902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"Agents Window is now available in Stable Preview — the biggest Copilot shift yet"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the GitHub Copilot Extension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84632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Open Extensions Panel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Ctrl+Shift+X  (or ⌘⇧X on Mac)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84632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75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Search for Copilot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"GitHub Copilot" — install both: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+  GitHub Copilot Chat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84632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80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Sign In to GitHub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19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Copilot icon in the status bar → Sign in with GitHub account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84632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64008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86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Enable in 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25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Copilot is enabled: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"github.copilot.enable": { "*": true 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914400"/>
            <a:ext cx="3291840" cy="365760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914400"/>
            <a:ext cx="32918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Extensions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508760"/>
            <a:ext cx="301752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1618488"/>
            <a:ext cx="594360" cy="22860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6184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GitHub.copilot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2743200"/>
            <a:ext cx="301752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2852928"/>
            <a:ext cx="594360" cy="22860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8529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GitHub.copilot-chat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GitHub Copilot subscription  •  Free trial available at github.com/features/copilot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Inline Code Suggestions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21208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2120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app.py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fetch_user_data(user_id):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"""Fetch user from database"""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← start typing here…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get_db_connection()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 = conn.execute(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* FROM users WHERE id=?",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(user_id,))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cursor.fetchone()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1783080"/>
            <a:ext cx="1508760" cy="219456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783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suggestion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06440" y="868680"/>
            <a:ext cx="297180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Shortcuts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444752"/>
            <a:ext cx="8686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4447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0372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suggestion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901952"/>
            <a:ext cx="8686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9019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suggestion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2359152"/>
            <a:ext cx="8686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suggestion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2816352"/>
            <a:ext cx="8686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816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[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03720" y="2834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suggestion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3273552"/>
            <a:ext cx="8686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Ctrl+Enter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0372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suggestions panel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0050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3708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descriptive comment above a function — Copilot uses it as intent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variables clearly — Copilot reads context from surrounding code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related file in a split editor to give Copilot more context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GitHub Copilot Chat (Ask, Explain, Fix)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886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 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45336"/>
            <a:ext cx="384048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819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this function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384048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865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connects to the DB, runs a parameterized query to prevent SQL injection, and returns the first matching user row.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35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384048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912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 the error on line 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39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959352"/>
            <a:ext cx="384048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959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is a missing await on the async call. I've updated the code with the fix.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68680"/>
            <a:ext cx="4069080" cy="38862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868680"/>
            <a:ext cx="406908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/explain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1536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selected code in plain English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84248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apply fixes for bugs or errors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05456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unit tests for selected code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026664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099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3099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docstrings / JSDoc comments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47872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/optimize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3621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performance improvements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69080"/>
            <a:ext cx="374904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new file, function, or class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Assign Full Tasks with Agent Mode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activate:  Open Copilot Chat  →  Click the  [ ⚡ Agent ]  toggle  →  Type your task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33472" cy="320040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263347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Module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450592" cy="777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8600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Refactor /src/auth to use async/await instead of callbacks. Keep tests passing.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127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files in /src/auth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739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callback chains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40782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existing test suite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416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what changed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719072"/>
            <a:ext cx="2633472" cy="3200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719072"/>
            <a:ext cx="2633472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2240280"/>
            <a:ext cx="2450592" cy="777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28600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Write Jest unit tests for UserService covering happy path and edge cases.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3127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8416" y="3401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UserService source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3739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file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40782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dependencies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4416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test script to package.json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71616" y="1719072"/>
            <a:ext cx="2633472" cy="3200400"/>
          </a:xfrm>
          <a:prstGeom prst="rect">
            <a:avLst/>
          </a:prstGeom>
          <a:solidFill>
            <a:srgbClr val="1C2128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1719072"/>
            <a:ext cx="2633472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API Route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3056" y="2240280"/>
            <a:ext cx="2450592" cy="777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28600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Add a REST endpoint GET /api/users/:id that returns user JSON with error handling.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81344" y="3127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3401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router pattern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3739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route + handler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81344" y="40782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up DB query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4416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API docs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prefix with @workspace so Copilot reads your whole repo before planning the task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1.123 &amp; GitHub Copilot for Developers</dc:title>
  <dc:subject>PptxGenJS Presentation</dc:subject>
  <dc:creator>PptxGenJS</dc:creator>
  <cp:lastModifiedBy>PptxGenJS</cp:lastModifiedBy>
  <cp:revision>1</cp:revision>
  <dcterms:created xsi:type="dcterms:W3CDTF">2026-06-08T14:10:36Z</dcterms:created>
  <dcterms:modified xsi:type="dcterms:W3CDTF">2026-06-08T14:10:36Z</dcterms:modified>
</cp:coreProperties>
</file>