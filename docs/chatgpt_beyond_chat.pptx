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34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01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8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8229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Chat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82880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Developer's Power Guide to Every Feature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828800" y="3840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just chatting. Start shipping.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0" cy="256032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only use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as a chat box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3776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you're missing: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0" y="19202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project context across sessions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document editing with Canvas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GPTs for repeatable workflows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analysis, charts &amp; code execution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for multi-step automation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with sourced reports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Feature 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  ·  20+ features  ·  Choose the right tool for every job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5448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15544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Modes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Canvas · Prism · Projects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76272" y="1554480"/>
            <a:ext cx="155448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76272" y="1554480"/>
            <a:ext cx="15544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1783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67712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Assistants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67712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GPTs · Actions · Automations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95344" y="1554480"/>
            <a:ext cx="155448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95344" y="1554480"/>
            <a:ext cx="15544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17830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86784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Tools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986784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Data · Search · Deep Research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614416" y="1554480"/>
            <a:ext cx="155448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14416" y="155448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17830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05856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&amp; Integrations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705856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· GitHub · 60+ Connectors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333488" y="1554480"/>
            <a:ext cx="155448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33488" y="1554480"/>
            <a:ext cx="1554480" cy="54864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2128" y="17830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24928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24928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Record Mode · Sharing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Chat — Your Starting Point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Q&amp;A and brainstorming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errors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snippets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concepts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Power-up config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0" y="15544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(role, tone, constraints)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(persistent preferences)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(GPT-4o, o1, etc.)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7863840" cy="11887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931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"Brainstorm 10 webinar titles for developer audience; shortlist 3 with pros/cons. Then debug this error: &lt;paste&gt;. Ask clarifying questions first."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Canvas — Co-Write &amp; Iterate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Canvas over Chat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374904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answers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code snippets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outputs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74904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7760" y="2057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PRDs, memos, specs, blog posts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editing with sections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revisions (clarity, length, tone)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prompt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160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"Revise to improve clarity and structure. Keep under 500 words. Use headings and bullets. List 3 key risks at the end."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Projects — Persistent Context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256032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00200" y="1371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16002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it, add a project brief (goals, audience, constraints)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1188720"/>
            <a:ext cx="256032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1371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576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5760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source files, retros, research docs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1188720"/>
            <a:ext cx="256032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69480" y="1371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72694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4922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9224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conversations share context — no re-explaining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cases: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2860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Roadmap planning  ·  Product launch prep  ·  Ongoing client project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Custom GPTs — Your Reusable Agents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4173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46304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role, tone, boundaries, output format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846320" y="1097280"/>
            <a:ext cx="393192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4173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66928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reference docs the GPT always has access to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0080" y="2468880"/>
            <a:ext cx="393192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889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46304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web search, image gen, code interpreter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846320" y="2468880"/>
            <a:ext cx="393192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78892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6928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566928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external APIs (Jira, Slack, etc.)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4008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GPTs to build: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200400" y="4023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Reviewer  ·  Release Notes Writer  ·  Code Review Assistant  ·  Support Reply Helper  ·  Meeting Notes Summarizer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Files &amp; Data Analysis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Upload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19202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PDFs, docs, spreadsheets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requirements into structured tables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documents by section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formats (JSON, CSV, markdown)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846320" y="1097280"/>
            <a:ext cx="3931920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28016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Analysis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120640" y="19202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Python on your data in-browser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metrics: retention, cohorts, funnels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charts and visualizations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anomalies and outliers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Text 9"/>
          <p:cNvSpPr/>
          <p:nvPr/>
        </p:nvSpPr>
        <p:spPr>
          <a:xfrm>
            <a:off x="822960" y="4343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"Analyze this CSV: compute retention by cohort, chart it, and highlight the worst-performing cohort."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Web Search &amp; Deep Research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27432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Search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up-to-date answers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pricing / changelog lookups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Source-backed facts with links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monitoring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931920" cy="27432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206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Research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2064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research reports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10312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 across 5+ 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change summaries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 with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Agent Mode — End-to-End Automation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18288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468880" y="1188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788920" y="1188720"/>
            <a:ext cx="182880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27889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617720" y="1188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937760" y="1188720"/>
            <a:ext cx="18288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766560" y="1188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086600" y="1188720"/>
            <a:ext cx="182880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for success: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" y="25603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clear goal + success criteria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allowed tools (web, files, integrations)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checkpoints — when to ask before acting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output artifacts (doc, email, checklist)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0" y="2103120"/>
            <a:ext cx="3749040" cy="25603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agent prompt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12080" y="25603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an agent: take these meeting notes, extract action items with owners and due dates, draft a follow-up email, and produce a Jira ticket template for each action item."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Codex — Your AI Coding Agent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32918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Codex does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Writes, reviews, and ships code autonomously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tests, fixes bugs, generates pull requests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parallel — assign 5 tasks at once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isolated cloud sandboxes (safe)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AGENTS.md for custom coding standards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931920" cy="32918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runs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web app (chatgpt.com/codex)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Cursor via IDE extension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via Codex CLI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auto-review PRs, mention @codex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desktop app with computer use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Plus, Pro, Business, and Enterprise plans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Connectors &amp; File Library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3200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2801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 App Connectors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29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Auto-references synced content when relevant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Docs, Sheets, Slides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(Outlook, Excel, SharePoint)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Notion, Linear, Jira, Confluence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HubSpot, Zendesk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 + Codex integration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846320" y="1097280"/>
            <a:ext cx="3931920" cy="3200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7784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Library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0292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— no more re-uploading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02920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file storage across all chats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stay until you delete them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Plus, Pro, and Business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docs without re-uploading each session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Projects for persistent context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authenticate via OAuth — review scopes with IT before org-wide rollout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 Record Mode &amp; Prism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3200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2801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Mode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29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transcription + AI summarization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meetings in real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structured summaries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action items with owners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chat history for later reference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standups, 1:1s, client calls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846320" y="1097280"/>
            <a:ext cx="3931920" cy="3200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7784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Prism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0292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writing workspace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02920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reference, and iterate in one place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tool-switching between apps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source referencing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from Canvas for long-form 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reports, proposals,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 Scheduled Automations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18288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468880" y="1188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788920" y="1188720"/>
            <a:ext cx="182880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27889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Files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17720" y="1188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937760" y="1188720"/>
            <a:ext cx="18288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Synthesize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1188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086600" y="1188720"/>
            <a:ext cx="182880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/ Act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can automate: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" y="25603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project status summaries via Gmail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CI failure triage and bug checks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brief generation every sprint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triage across GitHub repos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email drafts from transcript files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0" y="2103120"/>
            <a:ext cx="3749040" cy="25603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up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12080" y="25603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→ Automations → New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a schedule (daily, weekly)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Choose project folder to read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Define synthesis task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Connect Gmail or Slack plugin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 recipient and save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cron jobs. No API keys. No server.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Power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93192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143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Integration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17320" y="1463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your codebase — cite file paths, explain architecture, draft PRs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46320" y="1051560"/>
            <a:ext cx="393192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801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1143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Sources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23560" y="1463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company docs, repos, manuals as grounding — repeatable answers from your knowledge base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286000"/>
            <a:ext cx="393192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5146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Gen &amp; Vision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1732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diagrams and visuals; analyze screenshots, charts, and error messages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46320" y="2286000"/>
            <a:ext cx="393192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5146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Mode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6235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problem solving, mock interviews, roleplay coaching sessions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520440"/>
            <a:ext cx="393192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74904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3611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417320" y="3931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remembers your preferences, projects, and background across sessions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846320" y="3520440"/>
            <a:ext cx="393192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74904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623560" y="3611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Quizzes / Learning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623560" y="3931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scenario-based quizzes to train your team — active practice, not passive reading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/ Don't Cheat Sheet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931920" cy="347472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output format you want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examples of "good" (tone, structure)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multiple options and tradeoffs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Projects for ongoing context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GPTs for repeating workflows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criteria upfront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344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02920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sensitive info you shouldn't share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outputs blindly — validate facts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Re-explain context — use Projects instead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 for everything — pick the right mode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custom instructions — they save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revision step — iterate for quality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Templates — Copy &amp; Paste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 Prompt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helping me with: &lt;goal&gt;.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&lt;who&gt;.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&lt;time, format, tone&gt;.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&lt;background&gt;.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&lt;output&gt;.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clarifying questions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7863840" cy="18288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Agent/GPT Instructions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You are a &lt;role&gt;.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&lt;success criteria&gt;.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Ask 3 clarifying questions if needed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Always output in &lt;format&gt;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Include a checklist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If uncertain, say what's missing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Feature Should I Use?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4032504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 need to...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Use this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answer or brainstorm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Write/edit a long 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 / Prism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on something over multiple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a repeating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GPT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a spreadsheet or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Upload + Data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latest info with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Search / Deep Research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a multi-step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Write, review, or ship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my work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 (60+ apps)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Transcribe and summarize meetings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recurring tasks on a 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Automations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answers in my codebase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9144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Using These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Tomorrow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86000" y="2926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Pick ONE feature you haven't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383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Try it on a real task this week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3840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a Custom GPT for your most repeated workflow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chatting. Start shipping.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9144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Using These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Tomorrow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86000" y="2926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Pick ONE feature you haven't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383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Try it on a real task this week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3840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a Custom GPT for your most repeated workflow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chatting. Start shipping.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4815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1475</Words>
  <Application>Microsoft Macintosh PowerPoint</Application>
  <PresentationFormat>On-screen Show (16:9)</PresentationFormat>
  <Paragraphs>284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Beyond Chat — A Developer's Power Guide</dc:title>
  <dc:subject>PptxGenJS Presentation</dc:subject>
  <dc:creator>ChatGPT Training</dc:creator>
  <cp:lastModifiedBy>SYED RAZA</cp:lastModifiedBy>
  <cp:revision>3</cp:revision>
  <dcterms:created xsi:type="dcterms:W3CDTF">2026-05-07T03:36:29Z</dcterms:created>
  <dcterms:modified xsi:type="dcterms:W3CDTF">2026-05-07T03:50:17Z</dcterms:modified>
</cp:coreProperties>
</file>