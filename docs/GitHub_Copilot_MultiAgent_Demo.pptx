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16"/>
    <p:restoredTop sz="94610"/>
  </p:normalViewPr>
  <p:slideViewPr>
    <p:cSldViewPr snapToGrid="0" snapToObjects="1">
      <p:cViewPr varScale="1">
        <p:scale>
          <a:sx n="225" d="100"/>
          <a:sy n="225" d="100"/>
        </p:scale>
        <p:origin x="184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1219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0972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GitHub Copilot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for Developers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Beyond Single-Prompt Development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Single-Agent Limitations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Approach:
</a:t>
            </a:r>
            <a:endParaRPr lang="en-US" sz="1800" dirty="0"/>
          </a:p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rely on a single Copilot session to handle complex, multi-faceted coding tasks
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Fails:
</a:t>
            </a:r>
            <a:endParaRPr lang="en-US" sz="1800" dirty="0"/>
          </a:p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Token probability drift leads to incoherent outputs
</a:t>
            </a:r>
            <a:endParaRPr lang="en-US" sz="1800" dirty="0"/>
          </a:p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Context pollution from unrelated code discussions
</a:t>
            </a:r>
            <a:endParaRPr lang="en-US" sz="1800" dirty="0"/>
          </a:p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Corner-cutting and hallucination in long sessions
</a:t>
            </a:r>
            <a:endParaRPr lang="en-US" sz="1800" dirty="0"/>
          </a:p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specialization = mediocre results across all tasks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0" y="1371600"/>
            <a:ext cx="3474720" cy="2926080"/>
          </a:xfrm>
          <a:prstGeom prst="rect">
            <a:avLst/>
          </a:prstGeom>
          <a:solidFill>
            <a:srgbClr val="FCE4E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Copilot Session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210312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Design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Logic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Schema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39319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Overloaded &amp; Ineffective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Multi-Agent Orchestration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9728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1430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Studio Architecture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down complex tasks and delegate to specialized Copilot agents, each with isolated context and focused expertise.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286000"/>
            <a:ext cx="2560320" cy="21031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24688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40080" y="2872176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Plans &amp; breaks down tasks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Delegates to specialists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Coordinates workflow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Monitors progress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91840" y="2308577"/>
            <a:ext cx="2560320" cy="2103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7"/>
          <p:cNvSpPr/>
          <p:nvPr/>
        </p:nvSpPr>
        <p:spPr>
          <a:xfrm>
            <a:off x="3291840" y="24688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Agents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383280" y="283464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UI/UX Designer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Backend Developer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Database Architect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Code Reviewer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26480" y="2286000"/>
            <a:ext cx="2560320" cy="21031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24688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Benefits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217920" y="2872176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Isolated context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Focused expertise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Parallel execution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 main chat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with GitHub Copilot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9728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1430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Implementation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097280" y="18745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Copilot Chat: Planning
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down requirements into discrete, focused tasks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260604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097280" y="26517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 Specialist Sessions
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new Copilot windows/sessions for each specialized role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57200" y="33832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097280" y="34290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Execution
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specialist works in clean context without pollution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7200" y="41605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097280" y="420624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Review
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combines outputs and coordinates next steps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Practical Example: Building a Web App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9728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1430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Create a Task Management Dashboard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8229600" cy="25146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Role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Chat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plan, task breakdown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Designer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#1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components, CSS styling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Dev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#2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endpoints, business logic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Architect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#3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 design, migrations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Reviewer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#4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audit, optimization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828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Role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3200400" y="1828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Session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943600" y="1828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Advanced Multi-Agent Techniques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645920"/>
          </a:xfrm>
          <a:prstGeom prst="rect">
            <a:avLst/>
          </a:prstGeom>
          <a:solidFill>
            <a:srgbClr val="E8F5E9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29844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Execution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1604716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Launch multiple Copilot sessions simultaneously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Different agents work on independent modules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5x faster than sequential development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Ideal for microservices architecture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78794"/>
            <a:ext cx="4023360" cy="1645920"/>
          </a:xfrm>
          <a:prstGeom prst="rect">
            <a:avLst/>
          </a:prstGeom>
          <a:solidFill>
            <a:srgbClr val="FFF3E0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8016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57800" y="129844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Review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513332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 agent proposes solution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Another agent reviews for flaws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Catches security vulnerabilities and logic errors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Higher quality, production-ready code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96711" y="3611880"/>
            <a:ext cx="8122356" cy="1527048"/>
          </a:xfrm>
          <a:prstGeom prst="rect">
            <a:avLst/>
          </a:prstGeom>
          <a:solidFill>
            <a:srgbClr val="E1F5FE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0040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1560" y="32186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Isolation Benefits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40080" y="36118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Generate 2,771 lines of code while consuming only 10.8K tokens in main context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perform trial-and-error in separate windows, reporting only final clean results.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keeps main conversation fast, accurate, and uncluttered.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Practices for GitHub Copilot Teams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9728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1430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Rules for Success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265176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1828800"/>
            <a:ext cx="2651760" cy="914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2057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548640" y="2514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Plan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28803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Copilot to break down your project into granular tasks before writing any code. Never let the model 'make it up' as it goes.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46120" y="1828800"/>
            <a:ext cx="265176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3246120" y="1828800"/>
            <a:ext cx="2651760" cy="914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/>
          <p:nvPr/>
        </p:nvSpPr>
        <p:spPr>
          <a:xfrm>
            <a:off x="3246120" y="2057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337560" y="2514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to Specialists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429000" y="28803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Copilot session to the task. Open separate sessions for design, backend logic, testing, and documentation.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35040" y="1828800"/>
            <a:ext cx="265176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6035040" y="1828800"/>
            <a:ext cx="2651760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0" y="2057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6126480" y="2514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Context Clean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28803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sub-agents for heavy lifting. Keep your main Copilot chat focused on coordination, not implementation details.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Real Results: Before vs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10896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Single Copilot Session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Time
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8-10 hours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Quality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Inconsistent, multiple revisions needed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Tokens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45K+ tokens consumed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Experience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Frustrating, lots of back-and-forth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10896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3716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Multi-Agent Orchestration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46320" y="192024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Time
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hours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Quality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Production-ready, minimal revisions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Tokens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~11K tokens in main chat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Experience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efficient, professional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Getting Started Today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Steps to Implement Multi-Agent Workflow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600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GitHub Copilot chat in your IDE or copilot.github.com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57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103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planning: Ask Copilot to break down your project into tasks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56032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2606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major task, open a NEW Copilot session/window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06324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063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108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each session a clear role (e.g., 'You are a React UI designer')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88720" y="3611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parallel on independent modules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06908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4114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main session to coordinate and integrate outputs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Become an Agentic Developer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orchestration, not just coding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Build professional-grade software faster
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Leverage specialized AI expertise
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Keep context clean and focused
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Work like a digital department, not a solo coder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your first multi-agent project today!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731</Words>
  <Application>Microsoft Macintosh PowerPoint</Application>
  <PresentationFormat>On-screen Show (16:9)</PresentationFormat>
  <Paragraphs>150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Multi-Agent Orchestration</dc:title>
  <dc:subject>PptxGenJS Presentation</dc:subject>
  <dc:creator>GitHub Copilot Demo</dc:creator>
  <cp:lastModifiedBy>SYED RAZA</cp:lastModifiedBy>
  <cp:revision>2</cp:revision>
  <dcterms:created xsi:type="dcterms:W3CDTF">2026-04-01T05:19:10Z</dcterms:created>
  <dcterms:modified xsi:type="dcterms:W3CDTF">2026-04-01T05:25:16Z</dcterms:modified>
</cp:coreProperties>
</file>