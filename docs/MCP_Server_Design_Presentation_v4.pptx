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 Design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APIs, Databases &amp; File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 • API Gateway vs. MCP Gateway • the MCP Registry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966960" y="822960"/>
            <a:ext cx="1828800" cy="182880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371600"/>
            <a:ext cx="914400" cy="914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Syed 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31,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considerations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4475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considerations for API, database, and file-system tool design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928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agent, gateways, MCP server, and backends fit together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883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4261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vs. MCP Gateway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9443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exist, and what each one actually protects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39242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MCP-Gateway-only trade-offs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94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if you skip the external API Gateway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1422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MCP Registry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443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it helps discovery, trust, and governance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2026-07-28 spec update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1937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the latest protocol release, and how this design benefits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6875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56418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best practices update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9436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attack vectors and required mitigations from the revised MCP security guide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Design — APIs, Databases &amp; Files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0" y="96012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960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Agent Client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0" y="146304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566160" y="17830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2A3580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4904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GATEWAY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2121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AuthN/AuthZ • tool-level policy • routing • rate limits • audit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06840" y="17830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F6F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982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REGISTRY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98280" y="2121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trusted server list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95360" y="2167128"/>
            <a:ext cx="411480" cy="0"/>
          </a:xfrm>
          <a:prstGeom prst="line">
            <a:avLst/>
          </a:prstGeom>
          <a:noFill/>
          <a:ln w="19050">
            <a:solidFill>
              <a:srgbClr val="FF6F59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256032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45920" y="2880360"/>
            <a:ext cx="8869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0" y="32918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Toolkit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2918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Toolkit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2918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Toolkit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38404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38404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35440" y="38404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1560" y="42062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DEDE9"/>
          </a:solidFill>
          <a:ln w="12700">
            <a:solidFill>
              <a:srgbClr val="FF6F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(credentials or SSO)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35240" y="42062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206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(SMB/NFS) — permission token checked before I/O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80360" y="47548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1560" y="51206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120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/ GraphQL Services (no OAuth)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5166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 tiers: MCP Gateway (agent→server), API Gateway (server→backend), MCP Registry (discovery &amp; trust). Auth differs per domain — see next section.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Design — APIs, Databases &amp; Files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 — Design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model — no OAuth on the 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 don't support OAuth; the server authenticates with a static API key / mTLS cert (service credential), not a per-user token. Per-user attribution happens at the MCP Gateway instead.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vs. workflow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endpoint coverage by default; add workflow tools only for very common multi-step tasks.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&amp; side effects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38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destructive tools clearly; support idempotency keys so agent retries don't double-create resources.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drift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714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 versioned OpenAPI/GraphQL schema; fail loudly on breaking backend changes.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1023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shape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404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and paginate responses — raw API payloads are often too verbose for an LLM context window.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2A35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 — Design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model — credentials or SSO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supplies DB credentials for a scoped connection, or the gateway-forwarded identity is exchanged for a database session via SSO. SSO preferred where the DB supports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vs. write surface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 on by default; write tools (insert/update/delete) feature-flagged off, gated by role.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free-form SQL by default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38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structured query builders; if raw SQL is allowed, restrict to a read-replica with a table/column allow-list and timeout.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&amp; data sensitivity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714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tables (PII, financial, credentials) excluded via allow-list, not deny-list, so new tables are excluded by default.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1023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cost &amp; result size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404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timeouts, row limits, and EXPLAIN-based cost checks — agents will ask for “all rows.”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FF6F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System Integration — Design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permission-token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op validates the caller's permission token against the NAS ACL/AD group before any I/O — not just the service account's broader access.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Sandboxing (defense in depth)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Canonicalize and validate every path against a configured root before I/O — the second control against path traversal.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vs. text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38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metadata + reference for large binaries; return extracted text for documents (PDF/DOCX/XLSX/CSV).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limits &amp; streaming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714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max file size before loading into memory; stream/chunk large files — SMB/NFS latency makes this matter more.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1023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Write/delete 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404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Feature-flag writes and deletes; rely on the NAS's own snapshot/versioning so mistakes are recoverable.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model, by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auth mechanism across the toolkit — each domain uses what's actually available to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OAuth on the backend.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authenticates with a static API key or mTLS client cert — a shared service credential, not per-user.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attribution is enforced and audited at the MCP Gateway instead.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600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2A358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supported modes: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Caller supplies DB credentials for a scoped, single-use connection.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SSO — gateway identity exchanged for a DB session (Azure AD, IAM DB auth, Kerberos). Preferred where available.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1600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6F59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(NAS)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78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Caller's permission token is required on every call.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the token against the NAS ACL/AD group for that share/folder before any read, write, list, or delete.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is a second, independent check.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design principles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conventions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naming pattern, pagination shape, error format, and response-format switch across all three toolkits — no domain-specific reasoning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by default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defaults to read-only; write/destructive capability is opt-in per deployment, not per call.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over code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3154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limits, and access scope live in the gateway layer wherever possible — tightening access shouldn't require a redeploy.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still need an external API Gateway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Gateway governs agent → tool traffic. The backend APIs still need their own gateway — for reasons that have nothing to do with agents.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lifecycle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deprecation, and routing across services shared with non-agent clients (web, mobile, other services).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Protocol-level protection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termination, WAF, DDoS protection, connection-level rate limiting — not an MCP Gateway's job.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Multi-consumer reuse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9593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auth/rate-limit/caching benefits every consumer, not just this MCP server.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shaping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562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breaking, backoff retries, canary/blue-green routing for backend versions.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265176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credential rotation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rotate API keys/certs, independent of how many MCP servers call them.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the MCP Gateway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that didn't exist before agents needed to call tools autonomously.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Agent/user 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/ OIDC / SSO — authenticates the human or agent behind a call, not just a service.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Tool-level policy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Allow/deny individual tools per role — finer-grained than an API Gateway's per-route control.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517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Multi-server aggregation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18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many MCP servers behind one logical endpoint, using the MCP Registry for discovery.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Agent-shaped rate limiting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562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like “tool calls per session” or “destructive calls per hour,” not requests-per-second.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081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0358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Full-conversation audit trail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337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on whose behalf, called which tool, with what arguments, and what came back.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562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517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line of defense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818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unauthorized tool use even if the agent was manipulated upstream (though it can't see the injection itself).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rely on the MCP Gateway alone?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external API Gateway is workable only when backend APIs are private to this MCP server, low-traffic, and low-risk.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6EC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&amp; tool-level authorization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audit logging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 aggregation &amp; discovery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internal APIs with a single consumer (this server only)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DECEA"/>
          </a:solidFill>
          <a:ln w="12700">
            <a:solidFill>
              <a:srgbClr val="FF6F59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/ MUST REIMPLEMENT YOURSELF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Backend-side rate limiting &amp; circuit breaking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DDoS protection &amp; TLS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Multi-consumer governance (other apps sharing the backend)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version routing / canarying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credential rotation for backend calls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vs. MCP Gateway — at a glance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REST/GraphQL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/ tool endpoints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requests/responses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tool calls (JSON-RPC), tool schemas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Service-to-service / API keys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Agent/user identity via OAuth 2.1/OIDC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route/endpoint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tool, per agent, per 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controls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TLS, WAF, rate limiting, canarying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allow/deny lists, audit, aggregation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Existed before agents?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purpose-built for agentic tool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MCP Registry?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metaregistry — registry.modelcontextprotocol.io — that stores metadata about MCP servers (name, description, version, capabilities, and where the real package lives). It does not host the code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REGISTRY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capabilities,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location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Anthropic, GitHub, Microsoft &amp; the open-source community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4023360"/>
            <a:ext cx="822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46634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code/binaries live in existing package registries — the MCP Registry just points to them.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Registry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MCP Registry helps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904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searchable source of truth for “what MCP servers exist” instead of scattered links and word of mouth.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ownership &amp; 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906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requires ownership verification — reduces name-squatting/impersonation risk.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690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Gateways/clients can pin to a known-good version or detect newer releases.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12344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Composable sub-registries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4904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run internal registries listing only approved, vetted MCP servers, on the same open spec.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 the MCP Gateway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0906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uses registry metadata to know which servers are legitimate before routing any agent traffic.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44348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Supply-chain security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690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metadata from code and requires ownership checks — a policy point before an agent ever talks to a new server.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Registry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observability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Gateway, API Gateway, MCP Registry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417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805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by default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allow-listed queries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417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file paths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traversal outside configured root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611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policy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136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OAuth 2.1/OIDC; server trusts only gateway-forwarded signed identity.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management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6908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API/DB credentials from a secrets manager at startup — never logged or returned in tool output.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Full-chain tracing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4681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from agent → gateway → MCP server → backend, one trace end-to-end.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Observability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2026-07-28 — what's new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July 28, 2026 — the biggest MCP revision since launch: the protocol moves from stateful/bidirectional to stateless request/response.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848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initialize/initialized handshake or Mcp-Session-Id — every request is self-describing via _meta; an optional server/discover call replaces the mandatory handshake.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64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 Round-Trip Requests (MRTR)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held-open streams for elicitation/sampling: a tool returns input_required, the client retries with inputResponses attached.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91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Header-based routing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0474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Mcp-Method and Mcp-Name now travel as HTTP headers, so gateways can route/meter without parsing the JSON-RPC body.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Cacheable list results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0848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tools/list, prompts/list, resources/list, and resources/read now carry ttlMs and cacheScope for client-side caching.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264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hardening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566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9207 issuer validation, issuer-bound client credentials, and a formal shift from Dynamic Client Registration to Client ID Metadata Documents (CIMD).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4791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+ 12-month deprecation policy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50474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becomes a formal extension (poll-based tasks/get); Roots, Sampling, Logging, and HTTP+SSE are deprecated with a guaranteed 12-month window.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Update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design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2026-07-28 rather than the older 2025-11-25 baseline — the wins land directly on this server's architecture.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to this MCP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core, no session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horizontally behind a plain round-robin load balancer — no sticky sessions, no shared session store (Section 10).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Header-based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Gateway enforces tool-level policy and rate limits on headers alone — faster, easier to audit (Section 4.2).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Cacheable list results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cache api_list_endpoints / db_list_tables / file_list_directory instead of re-listing every turn (Section 7).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MRTR (input_required)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Destructive tools like file_delete can request user confirmation mid-call without a held-open stream (Section 6.4).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9207 issuer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Hardens the MCP Gateway's OAuth 2.1/OIDC checks against auth-server mix-up attacks (Section 8).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CIMD replacing DCR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with the MCP Registry's namespace-ownership model for trusted server identity (Section 5.2).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Update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FF6F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best practices — what's new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MCP security guide was revised alongside the spec, with attack vectors that bear directly on this design.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passthrough — forbidden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848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must never forward a client token unmodified downstream; SSO DB sessions must use a token scoped for that specific backend (refines 6.3).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64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handle hijacking — new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Cross-call handles (export/pagination jobs) must be non-deterministic, expiring, and bound to &lt;user_id&gt;:&lt;handle&gt; — never treated as authentication alone.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91456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Confused deputy (OAuth proxies)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0474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backend API ever adds OAuth, per-client consent is required before forwarding to that third-party AS — a stale consent cookie can otherwise leak an auth code.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SSRF on OAuth discovery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0848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MCP-client role this server takes on must block private/reserved IPs (incl. 169.254.169.254) and enforce HTTPS when fetching discovery URLs.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310128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264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minimization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566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should issue narrow, progressive scopes per toolkit action and step up to destructive scopes only when needed — not one broad db:*/files:* grant.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4791456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CIMD trust policies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50474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should apply domain allowlists/reputation checks for Client ID Metadata Documents, not accept any HTTPS client_id.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Update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&amp;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72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databases and backend APIs are in scope for v1?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MCP Gateway (Portkey, Bifrost, TrueFoundry) vs. self-hosted, given existing IAM?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44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the public MCP Registry, or keep this server on an internal sub-registry only?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384048" cy="38404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6301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write tools (insert/update/delete/create) in scope for v1, or deferred behind stricter approval?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backend APIs are single-consumer (MCP-Gateway-only candidates) vs. shared (API Gateway required)?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029200"/>
            <a:ext cx="384048" cy="384048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001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target timeline to migrate SDKs/gateway to the 2026-07-28 spec ahead of the 12-month deprecation windows?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2026-08-04T04:02:54Z</dcterms:created>
  <dcterms:modified xsi:type="dcterms:W3CDTF">2026-08-04T04:02:54Z</dcterms:modified>
</cp:coreProperties>
</file>