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5029200" cy="50292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572000"/>
            <a:ext cx="4206240" cy="420624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85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Servers for Git &amp; Security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Git platform, three security platforms - all callable by an AI agent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4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is an open standard that lets AI agents call real tools with natural language. GitHub's MCP server exposes repos, issues, and pull requests. SonarQube, Snyk, and Rapid7 each expose a different layer of security data: code quality, dependency vulnerabilities, and asset/SIEM visibility.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59536" y="3703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59536" y="4005072"/>
            <a:ext cx="969264" cy="0"/>
          </a:xfrm>
          <a:prstGeom prst="line">
            <a:avLst/>
          </a:prstGeom>
          <a:noFill/>
          <a:ln w="12700">
            <a:solidFill>
              <a:srgbClr val="CFE8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0" y="3703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023360" y="4005072"/>
            <a:ext cx="6309360" cy="0"/>
          </a:xfrm>
          <a:prstGeom prst="line">
            <a:avLst/>
          </a:prstGeom>
          <a:noFill/>
          <a:ln w="12700">
            <a:solidFill>
              <a:srgbClr val="CFE8F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88720" y="4160520"/>
            <a:ext cx="1005840" cy="10058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CFE8F3"/>
            </a:solidFill>
            <a:prstDash val="solid"/>
          </a:ln>
        </p:spPr>
      </p:sp>
      <p:pic>
        <p:nvPicPr>
          <p:cNvPr id="13" name="Image 0" descr="/home/claude/icon_githu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9032" y="4370832"/>
            <a:ext cx="585216" cy="58521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57200" y="53035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4114800" y="4160520"/>
            <a:ext cx="1005840" cy="10058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CFE8F3"/>
            </a:solidFill>
            <a:prstDash val="solid"/>
          </a:ln>
        </p:spPr>
      </p:sp>
      <p:pic>
        <p:nvPicPr>
          <p:cNvPr id="16" name="Image 1" descr="/home/claude/icon_son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5112" y="4370832"/>
            <a:ext cx="585216" cy="58521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383280" y="53035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7040880" y="4160520"/>
            <a:ext cx="1005840" cy="10058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CFE8F3"/>
            </a:solidFill>
            <a:prstDash val="solid"/>
          </a:ln>
        </p:spPr>
      </p:sp>
      <p:pic>
        <p:nvPicPr>
          <p:cNvPr id="19" name="Image 2" descr="/home/claude/icon_sny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192" y="4370832"/>
            <a:ext cx="585216" cy="58521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09360" y="53035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Snyk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9966960" y="4160520"/>
            <a:ext cx="1005840" cy="10058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CFE8F3"/>
            </a:solidFill>
            <a:prstDash val="solid"/>
          </a:ln>
        </p:spPr>
      </p:sp>
      <p:pic>
        <p:nvPicPr>
          <p:cNvPr id="22" name="Image 3" descr="/home/claude/icon_rapid7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7272" y="4370832"/>
            <a:ext cx="585216" cy="58521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35440" y="53035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Rapid7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Servers Brief  -  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Git Server and the Three Security Servers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gives the agent access to code. Sonar, Snyk, and Rapid7 each check a different kind of risk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13898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VERSION CONTROL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4F8FA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947672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/home/claude/icon_githu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093976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85623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MCP Server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1554480" y="21671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- GitHub, built with Anthropic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892040" y="1874520"/>
            <a:ext cx="6446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server, rewritten in Go with 100% of the reference server's tools</a:t>
            </a:r>
            <a:endParaRPr lang="en-US" sz="115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Repos, issues, pull requests, and code-scanning alerts via natural language</a:t>
            </a:r>
            <a:endParaRPr lang="en-US" sz="115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support in VS Code and GitHub Copilot Chat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48640" y="32461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14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3547872"/>
            <a:ext cx="3474720" cy="2606040"/>
          </a:xfrm>
          <a:prstGeom prst="roundRect">
            <a:avLst>
              <a:gd name="adj" fmla="val 2807"/>
            </a:avLst>
          </a:prstGeom>
          <a:solidFill>
            <a:srgbClr val="F4F8FA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86384" y="3785616"/>
            <a:ext cx="530352" cy="530352"/>
          </a:xfrm>
          <a:prstGeom prst="ellipse">
            <a:avLst/>
          </a:prstGeom>
          <a:solidFill>
            <a:srgbClr val="C1443B"/>
          </a:solidFill>
          <a:ln/>
        </p:spPr>
      </p:sp>
      <p:pic>
        <p:nvPicPr>
          <p:cNvPr id="14" name="Image 1" descr="/home/claude/icon_son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3922776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86384" y="4407408"/>
            <a:ext cx="29992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SonarQube MCP Server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786384" y="4846320"/>
            <a:ext cx="2999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- SonarSource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786384" y="5175504"/>
            <a:ext cx="29992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agents to SonarQube Server or Cloud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 status, code smells, security hotspots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as a local Docker container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343400" y="3547872"/>
            <a:ext cx="3474720" cy="2606040"/>
          </a:xfrm>
          <a:prstGeom prst="roundRect">
            <a:avLst>
              <a:gd name="adj" fmla="val 2807"/>
            </a:avLst>
          </a:prstGeom>
          <a:solidFill>
            <a:srgbClr val="F4F8FA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581144" y="3785616"/>
            <a:ext cx="530352" cy="530352"/>
          </a:xfrm>
          <a:prstGeom prst="ellipse">
            <a:avLst/>
          </a:prstGeom>
          <a:solidFill>
            <a:srgbClr val="C1443B"/>
          </a:solidFill>
          <a:ln/>
        </p:spPr>
      </p:sp>
      <p:pic>
        <p:nvPicPr>
          <p:cNvPr id="20" name="Image 2" descr="/home/claude/icon_sny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8304" y="3922776"/>
            <a:ext cx="256032" cy="25603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581144" y="4407408"/>
            <a:ext cx="29992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Snyk MCP Server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4581144" y="4846320"/>
            <a:ext cx="2999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- bundled in the Snyk CLI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4581144" y="5175504"/>
            <a:ext cx="29992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SAST and SCA scanning to agents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scan, triage, fix, and re-scan in a loop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Scan audits MCP setups for injection risk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8138160" y="3547872"/>
            <a:ext cx="3474720" cy="2606040"/>
          </a:xfrm>
          <a:prstGeom prst="roundRect">
            <a:avLst>
              <a:gd name="adj" fmla="val 2807"/>
            </a:avLst>
          </a:prstGeom>
          <a:solidFill>
            <a:srgbClr val="F4F8FA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8375904" y="3785616"/>
            <a:ext cx="530352" cy="530352"/>
          </a:xfrm>
          <a:prstGeom prst="ellipse">
            <a:avLst/>
          </a:prstGeom>
          <a:solidFill>
            <a:srgbClr val="C1443B"/>
          </a:solidFill>
          <a:ln/>
        </p:spPr>
      </p:sp>
      <p:pic>
        <p:nvPicPr>
          <p:cNvPr id="26" name="Image 3" descr="/home/claude/icon_rapid7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3064" y="3922776"/>
            <a:ext cx="256032" cy="25603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8375904" y="4407408"/>
            <a:ext cx="29992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Rapid7 MCP Server</a:t>
            </a:r>
            <a:endParaRPr lang="en-US" sz="1450" dirty="0"/>
          </a:p>
        </p:txBody>
      </p:sp>
      <p:sp>
        <p:nvSpPr>
          <p:cNvPr id="28" name="Text 22"/>
          <p:cNvSpPr/>
          <p:nvPr/>
        </p:nvSpPr>
        <p:spPr>
          <a:xfrm>
            <a:off x="8375904" y="4846320"/>
            <a:ext cx="2999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14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Community-built (unofficial)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8375904" y="5175504"/>
            <a:ext cx="29992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InsightVM connectors: assets &amp; vulnerabilities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InsightIDR connectors: LEQL log search, alerts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first-party server yet - vet before use</a:t>
            </a:r>
            <a:endParaRPr lang="en-US" sz="1050" dirty="0"/>
          </a:p>
        </p:txBody>
      </p:sp>
      <p:sp>
        <p:nvSpPr>
          <p:cNvPr id="30" name="Text 24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Servers Brief  -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Layers, One Agent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reads and changes code through the Git layer, then verifies it through the Security layer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2880360"/>
          </a:xfrm>
          <a:prstGeom prst="roundRect">
            <a:avLst>
              <a:gd name="adj" fmla="val 2540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1B243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20240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home/claude/icon_githu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084832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96596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LAYER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691640" y="222199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MCP Server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68680" y="2834640"/>
            <a:ext cx="4709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4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and writes repos, issues, and pull requests through natural language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4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existing GitHub code-scanning alerts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4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the agent the exact commit and diff context the security layer needs to check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63640" y="1600200"/>
            <a:ext cx="5349240" cy="2880360"/>
          </a:xfrm>
          <a:prstGeom prst="roundRect">
            <a:avLst>
              <a:gd name="adj" fmla="val 254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1B243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83680" y="1920240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/home/claude/icon_rapid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8272" y="2084832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06640" y="196596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LAYER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7406640" y="222199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Sonar / Snyk / Rapid7 MCP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6583680" y="2834640"/>
            <a:ext cx="4709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4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 checks code quality gates, code smells, and security hotspots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4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Snyk scans dependencies and source code for vulnerabilities (SAST/SCA) and proposes fixes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4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Rapid7 connectors add asset and SIEM visibility via InsightVM and InsightIDR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48640" y="475488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4F8FA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22960" y="5001768"/>
            <a:ext cx="502920" cy="502920"/>
          </a:xfrm>
          <a:prstGeom prst="ellipse">
            <a:avLst/>
          </a:prstGeom>
          <a:solidFill>
            <a:srgbClr val="C1443B"/>
          </a:solidFill>
          <a:ln/>
        </p:spPr>
      </p:sp>
      <p:pic>
        <p:nvPicPr>
          <p:cNvPr id="18" name="Image 2" descr="/home/claude/icon_ag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5120640"/>
            <a:ext cx="265176" cy="26517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08760" y="4873752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You Wire These Together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1508760" y="5212080"/>
            <a:ext cx="9829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GitHub, Sonar, and Snyk ship official, vendor-maintained servers; Rapid7 connectors today are community-built, so review the source and scope credentials tightly before granting an agent write access.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Servers Brief  -  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2026-07-21T04:07:49Z</dcterms:created>
  <dcterms:modified xsi:type="dcterms:W3CDTF">2026-07-21T04:07:49Z</dcterms:modified>
</cp:coreProperties>
</file>