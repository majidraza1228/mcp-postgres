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e7ae40-85f0-6335-a700-27b7f2a5adac}">
          <p14:sldIdLst>
            <p14:sldId id="256"/>
          </p14:sldIdLst>
        </p14:section>
        <p14:section name="Program" id="{4d5f4c05-a091-1a97-7660-dcace72ffe20}">
          <p14:sldIdLst>
            <p14:sldId id="257"/>
            <p14:sldId id="258"/>
          </p14:sldIdLst>
        </p14:section>
        <p14:section name="Next steps" id="{f2883701-7eb5-da4b-c648-4772b270eab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to the bootcamp: the bootcamp gave everyone awareness; the AI Builder Series turns that into skills and real outcomes. Walk the four steps: Learn AI, Apply AI, Build with AI, Transform Work. Emphasize that everything runs on our existing Microsoft stack, GitHub Copilot and ChatGPT — no new tools to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progression. Series 1 is about building habits — everyone. Series 2 moves from using AI to applying it to our own processes and building reusable workflows and skills. Series 3 is where we automate end-to-end with agents and think at enterprise scale, including governance. People can join at the series that matches their level, but most should start with Series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series ends with something tangible. Series 1: a personal prompt library. Series 2: each team ships one working workflow. Series 3: a pilot agent running in production with an owner and success metrics. Tools are all within our current Microsoft stack plus GitHub Copilot and ChatGPT — confirm license availability (e.g., M365 Copilot vs Copilot Chat, Copilot Studio) with IT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format and the ask. Each series is 4–6 hands-on sessions, and every team leaves each series with a real build. Next steps: secure a sponsor and confirm licenses, nominate a champion per team, gather use cases from bootcamp attendees, and set the Series 1 kickoff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AFTER THE BOOTCAMP  ·  WHAT COMES NEXT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Builder Series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three-part program that takes us from using AI to building with it — and transforming how we work</a:t>
            </a:r>
            <a:endParaRPr lang="en-US" sz="1600" dirty="0"/>
          </a:p>
        </p:txBody>
      </p:sp>
      <p:sp>
        <p:nvSpPr>
          <p:cNvPr id="5" name="Stage 1"/>
          <p:cNvSpPr/>
          <p:nvPr/>
        </p:nvSpPr>
        <p:spPr>
          <a:xfrm>
            <a:off x="548640" y="306324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337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31546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1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Learn AI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3406140"/>
            <a:ext cx="182880" cy="182880"/>
          </a:xfrm>
          <a:prstGeom prst="rect">
            <a:avLst/>
          </a:prstGeom>
        </p:spPr>
      </p:pic>
      <p:sp>
        <p:nvSpPr>
          <p:cNvPr id="9" name="Stage 2"/>
          <p:cNvSpPr/>
          <p:nvPr/>
        </p:nvSpPr>
        <p:spPr>
          <a:xfrm>
            <a:off x="2633472" y="306324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33375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00400" y="31546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2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Apply AI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406140"/>
            <a:ext cx="182880" cy="182880"/>
          </a:xfrm>
          <a:prstGeom prst="rect">
            <a:avLst/>
          </a:prstGeom>
        </p:spPr>
      </p:pic>
      <p:sp>
        <p:nvSpPr>
          <p:cNvPr id="13" name="Stage 3"/>
          <p:cNvSpPr/>
          <p:nvPr/>
        </p:nvSpPr>
        <p:spPr>
          <a:xfrm>
            <a:off x="4718304" y="306324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3375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285232" y="31546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3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Build with AI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406140"/>
            <a:ext cx="182880" cy="182880"/>
          </a:xfrm>
          <a:prstGeom prst="rect">
            <a:avLst/>
          </a:prstGeom>
        </p:spPr>
      </p:pic>
      <p:sp>
        <p:nvSpPr>
          <p:cNvPr id="17" name="Stage 4"/>
          <p:cNvSpPr/>
          <p:nvPr/>
        </p:nvSpPr>
        <p:spPr>
          <a:xfrm>
            <a:off x="6803136" y="306324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337560"/>
            <a:ext cx="320040" cy="32004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370064" y="31546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4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Transform Work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Built on the tools we already have:  Microsoft 365 Copilot  ·  GitHub Copilot  ·  ChatGPT  ·  Power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series, one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series builds on the last — from personal productivity to team workflows to enterprise agents</a:t>
            </a:r>
            <a:endParaRPr lang="en-US" sz="1400" dirty="0"/>
          </a:p>
        </p:txBody>
      </p:sp>
      <p:sp>
        <p:nvSpPr>
          <p:cNvPr id="4" name="Series 1 card"/>
          <p:cNvSpPr/>
          <p:nvPr/>
        </p:nvSpPr>
        <p:spPr>
          <a:xfrm>
            <a:off x="548640" y="1463040"/>
            <a:ext cx="2468880" cy="3154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SERIES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+ Use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Foundations &amp; Everyday Productivity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59359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93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Learn AI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Everyone uses AI safely in daily work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948940"/>
            <a:ext cx="182880" cy="182880"/>
          </a:xfrm>
          <a:prstGeom prst="rect">
            <a:avLst/>
          </a:prstGeom>
        </p:spPr>
      </p:pic>
      <p:sp>
        <p:nvSpPr>
          <p:cNvPr id="14" name="Series 2 card"/>
          <p:cNvSpPr/>
          <p:nvPr/>
        </p:nvSpPr>
        <p:spPr>
          <a:xfrm>
            <a:off x="3337560" y="1463040"/>
            <a:ext cx="2468880" cy="3154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8196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062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SERIES 2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+ Build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5661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Workflows &amp; Skills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566160" y="359359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566160" y="3593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Apply AI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462272" y="3593592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62272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Build with AI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356616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Teams turn repeat tasks into reusable AI workflows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948940"/>
            <a:ext cx="182880" cy="182880"/>
          </a:xfrm>
          <a:prstGeom prst="rect">
            <a:avLst/>
          </a:prstGeom>
        </p:spPr>
      </p:pic>
      <p:sp>
        <p:nvSpPr>
          <p:cNvPr id="26" name="Series 3 card"/>
          <p:cNvSpPr/>
          <p:nvPr/>
        </p:nvSpPr>
        <p:spPr>
          <a:xfrm>
            <a:off x="6126480" y="1463040"/>
            <a:ext cx="2468880" cy="3154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81965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951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SERIES 3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35508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+ Transform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63550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Agents &amp; Enterprise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355080" y="3593592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355080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Transform Work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35508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Agents and automation change how the business runs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each series covers</a:t>
            </a:r>
            <a:endParaRPr lang="en-US" sz="3000" dirty="0"/>
          </a:p>
        </p:txBody>
      </p:sp>
      <p:sp>
        <p:nvSpPr>
          <p:cNvPr id="3" name="Series 1 detail"/>
          <p:cNvSpPr/>
          <p:nvPr/>
        </p:nvSpPr>
        <p:spPr>
          <a:xfrm>
            <a:off x="5486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25603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+ Use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WHAT WE COVER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3911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Prompting fundamentals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Responsible AI &amp; data rules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Copilot in Outlook &amp; Teams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ChatGPT for drafting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TOOLS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M365 Copilot / Copilot Chat, ChatGPT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206240"/>
            <a:ext cx="228600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You ship: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 prompt library</a:t>
            </a:r>
            <a:endParaRPr lang="en-US" sz="1200" dirty="0"/>
          </a:p>
        </p:txBody>
      </p:sp>
      <p:sp>
        <p:nvSpPr>
          <p:cNvPr id="13" name="Series 2 detail"/>
          <p:cNvSpPr/>
          <p:nvPr/>
        </p:nvSpPr>
        <p:spPr>
          <a:xfrm>
            <a:off x="32918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5603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63040"/>
            <a:ext cx="2560320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+ Build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WE COVER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03911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Find tasks to automate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Custom GPTs &amp; Copilot agents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Power Automate + AI Builder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Copilot scripting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TOOLS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Copilot Studio, Power Automate, GitHub Copilot, ChatGPT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4206240"/>
            <a:ext cx="228600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4206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You ship: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workflow per team</a:t>
            </a:r>
            <a:endParaRPr lang="en-US" sz="1200" dirty="0"/>
          </a:p>
        </p:txBody>
      </p:sp>
      <p:sp>
        <p:nvSpPr>
          <p:cNvPr id="23" name="Series 3 detail"/>
          <p:cNvSpPr/>
          <p:nvPr/>
        </p:nvSpPr>
        <p:spPr>
          <a:xfrm>
            <a:off x="60350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143000"/>
            <a:ext cx="25603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463040"/>
            <a:ext cx="2560320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+ Transform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WHAT WE COVER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03911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Agents with actions &amp; data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Copilot agent mode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Azure AI Foundry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Governance, security &amp; ROI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TOOLS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Copilot Studio, Azure AI Foundry, GitHub Copilot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206240"/>
            <a:ext cx="228600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4206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You ship: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live pilot agent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we'll run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188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series, run in sequence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hands-on sessions per series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real build per team, per series</a:t>
            </a:r>
            <a:endParaRPr lang="en-US" sz="1500" dirty="0"/>
          </a:p>
        </p:txBody>
      </p:sp>
      <p:sp>
        <p:nvSpPr>
          <p:cNvPr id="9" name="Next steps panel"/>
          <p:cNvSpPr/>
          <p:nvPr/>
        </p:nvSpPr>
        <p:spPr>
          <a:xfrm>
            <a:off x="448056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E2E52"/>
          </a:solidFill>
          <a:ln w="9525">
            <a:solidFill>
              <a:srgbClr val="2B3D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 sponsors and licenses with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780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Nominate AI champions in each team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0815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081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Gather use cases from bootcamp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68503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Launch Series 1 kickoff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Builder Series">
  <a:themeElements>
    <a:clrScheme name="AI Builder Series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0D9488"/>
      </a:accent1>
      <a:accent2>
        <a:srgbClr val="2563EB"/>
      </a:accent2>
      <a:accent3>
        <a:srgbClr val="7C3AED"/>
      </a:accent3>
      <a:accent4>
        <a:srgbClr val="F59E0B"/>
      </a:accent4>
      <a:accent5>
        <a:srgbClr val="94A3B8"/>
      </a:accent5>
      <a:accent6>
        <a:srgbClr val="E2E8F0"/>
      </a:accent6>
      <a:hlink>
        <a:srgbClr val="2563EB"/>
      </a:hlink>
      <a:folHlink>
        <a:srgbClr val="7C3AED"/>
      </a:folHlink>
    </a:clrScheme>
    <a:fontScheme name="AI Builder 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Builder Series</dc:title>
  <dc:subject>PptxGenJS Presentation</dc:subject>
  <dc:creator>PptxGenJS</dc:creator>
  <cp:lastModifiedBy>PptxGenJS</cp:lastModifiedBy>
  <cp:revision>1</cp:revision>
  <dcterms:created xsi:type="dcterms:W3CDTF">2026-10-05T02:53:51Z</dcterms:created>
  <dcterms:modified xsi:type="dcterms:W3CDTF">2026-10-05T02:53:51Z</dcterms:modified>
</cp:coreProperties>
</file>