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slide. Today, improving a skill file is trial and error: an agent fails, someone rewrites the markdown, and no one knows whether the edit helped. SkillOpt borrows the discipline of model training and applies it to the text file instead — traces in, proposed edits out, validated before they are accepted. Key point for our audience: the model is never retrained, so this is cheap, auditable and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SkillOpt pipeline applied to our Copilot skill file. Left to right: rollouts on the train split produce evidence, optimizer models propose atomic add/delete/replace edits per mini-batch, those edits are merged and clipped to an edit budget that decays like a learning rate, and the candidate file only becomes the current skill if it clears the validation gate. Rejected edits are kept in a buffer so the optimizer learns from them. The band at the bottom of the figure is the slow update: after each epoch, improvements, regressions and persistent failures are distilled into a meta-skill that guides later edits. The agent and the model are frozen throughout; the test split stays locked until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39496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OPEN-SOURCE · SKILL OPTIMIZATION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04672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hand-writing SKILL.md.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training it.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treats a skill document the way deep learning treats a model: it reads execution traces, proposes edits to the markdown, tests them on held-out tasks, and keeps only what measurably works. The model stays frozen — the instructions get smarter.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0E39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93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Educated guesswork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4223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fails on a task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opens SKILL.md and rewrites it by hand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 budget, no validation set, no baseline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FC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prove the change actually helped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7648" y="3063240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47688" y="3319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SKILLOPT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593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iteration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414223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Successes and failures are collected as traces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add / delete / replace edits are proposed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is accepted only if it beats a held-out score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edits are buffered and reused next cycle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99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 tied-best in all 52 model x benchmark x harness cells — +23.5 points on GPT-5.5 in direct chat, +19.1 inside Claude Code.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loop that rewrites SKILL.md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Copilot app's SKILL.md becomes the trainable module: the agent and the model stay frozen, the file is edited, gated and versioned.</a:t>
            </a:r>
            <a:endParaRPr lang="en-US" sz="1400" dirty="0"/>
          </a:p>
        </p:txBody>
      </p:sp>
      <p:pic>
        <p:nvPicPr>
          <p:cNvPr id="4" name="Image 0" descr="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955280" cy="44256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618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SkillOpt training pipeline — microsoft/SkillOpt (MIT) · pip install skillopt · arXiv 2605.23904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4813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TRAINING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778240" y="18470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015984" y="17556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in, edits out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015984" y="19933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Rollouts on the train split become atomic ADD / DEL / REP edits to the markdown.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78240" y="2852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15984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budget = learning rate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015984" y="299923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edits are ranked and clipped to a budget that decays each epoch, so the file cannot drift.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78240" y="38587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15984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 = val split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015984" y="40050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is accepted only if it strictly improves the held-out score; rejects are buffered.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48646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015984" y="4773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= momentum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015984" y="501091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 distils what helped and what failed into an optimizer meta-skill.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78240" y="5669280"/>
            <a:ext cx="2880360" cy="713232"/>
          </a:xfrm>
          <a:prstGeom prst="roundRect">
            <a:avLst>
              <a:gd name="adj" fmla="val 12821"/>
            </a:avLst>
          </a:prstGeom>
          <a:solidFill>
            <a:srgbClr val="EAF3F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42832" y="56692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one best_skill.md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300–2,000 tokens, zero extra model calls at inference. The repo already ships Copilot backends and an integration shell.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SkillOpt briefing</dc:creator>
  <cp:lastModifiedBy>SkillOpt briefing</cp:lastModifiedBy>
  <cp:revision>1</cp:revision>
  <dcterms:created xsi:type="dcterms:W3CDTF">2026-09-04T03:28:58Z</dcterms:created>
  <dcterms:modified xsi:type="dcterms:W3CDTF">2026-09-04T03:28:58Z</dcterms:modified>
</cp:coreProperties>
</file>