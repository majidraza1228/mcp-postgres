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3838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Multi-Agent Workflows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2F2F2"/>
                </a:solidFill>
              </a:rPr>
              <a:t>Codex CLI vs GitHub Copilot CLI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2F2F2"/>
                </a:solidFill>
              </a:rPr>
              <a:t>Subagents, Fleet Mode &amp; Orchestration Patterns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</a:rPr>
              <a:t>Three Multi-Agent Patterns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Subagent Pattern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560320" cy="2560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Spawn &amp; Report Back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6255" y="9144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Main agent spawns workers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Each has isolated context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One-way communication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Workers report results only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Parent synthesizes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Used by: Both tools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5603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Orchestrator Pattern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13716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•Central task decomposition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SQLite dependency tracking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Parallel execution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Manages dependencies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Single coordinator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Used by: Copilot /fleet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5603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MCP Orchestration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26480" y="1423626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Codex as MCP server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Agents SDK integration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External orchestration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Multi-tool pipelines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Deterministic workflows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Used by: Codex + SDK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</a:rPr>
              <a:t>Codex CLI: Subagent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35661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1. Main agent receives task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2. Automatically spawns specialized subagents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3. Each subagent has isolated context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4. Subagents work in parallel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5. Results reported to main agent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</a:rPr>
              <a:t>6. Main agent synthesizes final response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Example: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Review this PR comprehensively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35661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Key Features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✓ Automatic spawning based on task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✓ Custom agent definitions (.toml)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✓ Isolated context per subagent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✓ Parallel execution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✓ Configurable max depth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✓ Tool access inheritance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✓ Nickname customization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343373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F3C7E"/>
                </a:solidFill>
              </a:rPr>
              <a:t>Behind the scenes: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pr_explorer (read-only)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security_reviewer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test_analyzer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</a:rPr>
              <a:t>Codex CLI: Custom Subagents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</a:rPr>
              <a:t>Location: ~/.codex/agents/ (global) or .codex/agents/ (project)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926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Example: security-reviewer.toml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"security-reviewer"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= "PR reviewer focused on security vulnerabilities"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developer_instructions = """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code for security issues: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SQL injection risks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XSS vulnerabilities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Authentication flaws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Exposed credentials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nickname_candidates = ["Guardian", "Sentinel"]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"gpt-5.3-codex"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sandbox_mode = "read-only"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</a:rPr>
              <a:t>Codex CLI: MCP Server + Agents SDK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F3C7E"/>
                </a:solidFill>
              </a:rPr>
              <a:t>Advanced Pattern: Codex as MCP Server for External Orchestration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017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Use Cases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Multi-agent software delivery pipelines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Coordinated team workflows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Deterministic orchestration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Traceable execution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Production-grade automation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Cross-tool integration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3017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Architecture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9202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1. Start Codex as MCP server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2. Define specialized agents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3. Each agent uses Codex via MCP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4. Orchestrate with Agents SDK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5. Full trace visibility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6. Reviewable workflows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F3C7E"/>
                </a:solidFill>
              </a:rPr>
              <a:t>Example: Game Designer → Developer → Tester pipeline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</a:rPr>
              <a:t>GitHub Copilot: /fleet Command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35661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How Fleet Works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1. Orchestrator analyzes task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2. Decomposes into subtasks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3. Creates dependency graph (SQLite)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4. Identifies parallel vs sequential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5. Dispatches independent tasks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6. Waits for dependencies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7. Verifies and synthesizes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Command: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/fleet implement the plan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35661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Key Innovation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</a:rPr>
              <a:t>SQLite Database per Session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9202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Tracks task dependencies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Manages execution order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Monitors progress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Stores TODO items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Prevents naive parallelism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Ensures correct sequencing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3657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F3C7E"/>
                </a:solidFill>
              </a:rPr>
              <a:t>Task C depends on A &amp; B?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2F3C7E"/>
                </a:solidFill>
              </a:rPr>
              <a:t>→ Fleet waits for both before dispatching 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</a:rPr>
              <a:t>GitHub Copilot: Fleet Features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18688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Details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Dependency Tracking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SQLite database per session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Parallelization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Automatic based on task graph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Context Isolation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Each subagent has own context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Task Visibility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/tasks command shows all subagents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Custom Agents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@agent-name to specify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Model Selection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Per-task model specification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Monitoring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</a:rPr>
                        <a:t>/tasks, /usage commands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</a:rPr>
              <a:t>💡 Pro Tip: Use Shift+Tab to enter plan mode before running /fleet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</a:rPr>
              <a:t>GitHub Copilot: Fleet Usage Patterns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1645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✓ Excellent for Fleet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Multi-file refactors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Parallel documentation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Feature spanning layers (API + UI + Tests)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Independent module updates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023360" cy="164592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</a:rPr>
              <a:t>✗ Not Ideal for Fleet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Single-file work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Linear dependencies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Highly coupled changes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Vague requirements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Custom Agent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/fleet Use @technical-writer for all docs tasks,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default agent for code changes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F3C7E"/>
                </a:solidFill>
              </a:rPr>
              <a:t>Allows different models/specializations per track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</a:rPr>
              <a:t>Feature Comparison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Codex CLI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GitHub Copilot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Subagents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✅ Spawn &amp; report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✅ Via /fleet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Custom Agents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✅ .toml files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✅ .agent.md files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Parallel Execution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✅ Automatic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✅ Automatic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Dependency Tracking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❌ Manual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✅ SQLite database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Peer-to-Peer Comms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❌ No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❌ No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External Orchestration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✅ MCP + Agents SDK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⚠️ Limited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Background Task UI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❌ No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✅ /tasks command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Cost per Agent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~1.5x baseline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Varies by model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</a:rPr>
              <a:t>When to Use Each Tool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7307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Use Case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Best Tool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Why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PR Review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Codex CLI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Built-in /review + subagents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Large Multi-File Refactor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GitHub Copilot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SQLite dependency tracking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Pipeline Orchestration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Codex CLI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Agents SDK integration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Quick Security Audit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Either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Both support focused workers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GitHub-native Workflows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GitHub Copilot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Native GitHub MCP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Cost-Sensitive Tasks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Codex Subagents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Lower token usage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Complex Dependencies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GitHub Copilot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/fleet dependency graph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</a:rPr>
              <a:t>Example: Multi-File Authentication Refactor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Codex CLI Approach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Refactor authentication.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 subagents to parallelize: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Frontend components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Backend routes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Database queries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Test updates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Result: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4 subagents spawn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Each focuses on domain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Parallel execution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Results synthesized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GitHub Copilot Approach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Shift+Tab  # Plan mode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Refactor authentication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Review plan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/fleet implement the plan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560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Result: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8346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Decomposes into tasks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Checks dependencies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Frontend + Backend + DB parallel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Tests wait for code completion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• SQLite tracks progress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</a:rPr>
              <a:t>Performance &amp; Cost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Speed Comparison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023360" cy="1417320"/>
        </p:xfrm>
        <a:graphic>
          <a:graphicData uri="http://schemas.openxmlformats.org/drawingml/2006/table">
            <a:tbl>
              <a:tblPr/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Pattern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Speed Gain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Conditions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Single agent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1x (baseline)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Sequential work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Subagents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2-3x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Parallelizable tasks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Fleet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2-4x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Good decomposition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66344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Token Cost</a:t>
            </a:r>
            <a:endParaRPr lang="en-US" sz="16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71600"/>
          <a:ext cx="4023360" cy="1554480"/>
        </p:xfrm>
        <a:graphic>
          <a:graphicData uri="http://schemas.openxmlformats.org/drawingml/2006/table">
            <a:tbl>
              <a:tblPr/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Pattern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Token Multiplier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Notes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Single agent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1x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Baseline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Subagents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1-1.5x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Results summarized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Fleet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1.5-2.5x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F3C7E"/>
                          </a:solidFill>
                        </a:rPr>
                        <a:t>Depends on # subagents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Cost Optimization Tips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0080" y="3474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Use cheaper models for simple subagents (Haiku for docs, Sonnet for logic)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Limit team size to essential specialists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Batch related work to reduce overhead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Monitor usage with /status or /usage commands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</a:rPr>
              <a:t>Multi-Agent Best Practices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1645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✓ When to Use Subagents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Focused, independent analysis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Parallel exploration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Only need final results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Cost-sensitive workflows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Quick turnaround needed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023360" cy="16459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</a:rPr>
              <a:t>✓ When to Use Fleet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Well-defined implementation plans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Clear dependency structure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Multi-file refactors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Feature spanning layers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• GitHub-centric workflows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Prompt Engineering Tips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For Subagents: Be explicit about roles and boundaries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  Example: 'Use three subagents: Security, Performance, Style'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For Fleet: Emphasize independence and parallelism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  Example: 'Decompose into independent tracks and execute in parallel'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</a:rPr>
              <a:t>Getting Started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3474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Codex CLI Multi-Agent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</a:rPr>
              <a:t>1. Basic Subagents (Automatic)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Just ask for complex tasks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</a:rPr>
              <a:t>2. Custom Agents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Create .toml in ~/.codex/agents/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Define name, description, instructions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</a:rPr>
              <a:t>3. MCP Orchestration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mcp (start as server)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with Agents SDK for pipelines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023360" cy="3474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GitHub Copilot Fleet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</a:rPr>
              <a:t>1. Plan Mode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Shift+Tab → Enter plan mode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Create implementation plan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</a:rPr>
              <a:t>2. Execute with Fleet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/fleet implement the plan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</a:rPr>
              <a:t>3. Monitor Progress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/tasks - View all subagents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/usage - Track token consumption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F2F2"/>
                </a:solidFill>
              </a:rPr>
              <a:t>1. Both tools support powerful multi-agent workflows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F2F2"/>
                </a:solidFill>
              </a:rPr>
              <a:t>2. Codex excels at MCP orchestration and external pipelines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F2F2"/>
                </a:solidFill>
              </a:rPr>
              <a:t>3. GitHub Copilot /fleet provides dependency-aware execution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F2F2"/>
                </a:solidFill>
              </a:rPr>
              <a:t>4. Choose based on your workflow needs and ecosystem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2F2F2"/>
                </a:solidFill>
              </a:rPr>
              <a:t>Both deliver 2-4x speed improvements on parallelizable tasks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1218</Words>
  <Application>Microsoft Macintosh PowerPoint</Application>
  <PresentationFormat>Widescreen</PresentationFormat>
  <Paragraphs>321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 CLI vs GitHub Copilot CLI: Multi-Agent Workflows</dc:title>
  <dc:subject>PptxGenJS Presentation</dc:subject>
  <dc:creator>Multi-Agent Workflows Comparison</dc:creator>
  <cp:lastModifiedBy>SYED RAZA</cp:lastModifiedBy>
  <cp:revision>5</cp:revision>
  <dcterms:created xsi:type="dcterms:W3CDTF">2026-04-05T12:40:43Z</dcterms:created>
  <dcterms:modified xsi:type="dcterms:W3CDTF">2026-05-17T05:29:34Z</dcterms:modified>
</cp:coreProperties>
</file>