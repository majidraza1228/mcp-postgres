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Frames governance as four layers on one platform. Key 2026 changes: CoE Starter Kit superseded by native PPAC experiences; Entra Agent ID makes agents first-class enterprise identities, which is why agent governance and platform governance are one initiative.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 matters: access, then discovery, then ownership, then the memo. The inventory data becomes the evidence base for mapping controls to NIST AI RMF or ISO 42001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INITIATIVE  |  PHASE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Platform Governance: The 2026 Baseline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control layers. Agents are governed on the same platform — not as a separate programme.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5303520" cy="1700784"/>
          </a:xfrm>
          <a:prstGeom prst="roundRect">
            <a:avLst>
              <a:gd name="adj" fmla="val 4301"/>
            </a:avLst>
          </a:prstGeom>
          <a:solidFill>
            <a:srgbClr val="1E4654"/>
          </a:solidFill>
          <a:ln w="9525">
            <a:solidFill>
              <a:srgbClr val="2C5F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9456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1945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24912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 admin center now carries Inventory, Usage, Monitor and Actions natively. The CoE Starter Kit is no longer receiving feature investment.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938528"/>
            <a:ext cx="5303520" cy="1700784"/>
          </a:xfrm>
          <a:prstGeom prst="roundRect">
            <a:avLst>
              <a:gd name="adj" fmla="val 4301"/>
            </a:avLst>
          </a:prstGeom>
          <a:solidFill>
            <a:srgbClr val="1E4654"/>
          </a:solidFill>
          <a:ln w="9525">
            <a:solidFill>
              <a:srgbClr val="2C5F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19456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21945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Boundaries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724912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environments — default, sandbox, production, developer — with DLP policies classifying connectors, applied per environment rather than tenant-wide.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22192"/>
            <a:ext cx="5303520" cy="1700784"/>
          </a:xfrm>
          <a:prstGeom prst="roundRect">
            <a:avLst>
              <a:gd name="adj" fmla="val 4301"/>
            </a:avLst>
          </a:prstGeom>
          <a:solidFill>
            <a:srgbClr val="1E4654"/>
          </a:solidFill>
          <a:ln w="9525">
            <a:solidFill>
              <a:srgbClr val="2C5F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07822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078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078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Enforcement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608576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Environments turn governance from reactive to proactive. Premium licensing applies to assets running inside them — cost it before rollout.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3822192"/>
            <a:ext cx="5303520" cy="1700784"/>
          </a:xfrm>
          <a:prstGeom prst="roundRect">
            <a:avLst>
              <a:gd name="adj" fmla="val 4301"/>
            </a:avLst>
          </a:prstGeom>
          <a:solidFill>
            <a:srgbClr val="1E4654"/>
          </a:solidFill>
          <a:ln w="9525">
            <a:solidFill>
              <a:srgbClr val="2C5F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407822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4078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4078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identity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608576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Agent ID is automatic since May 2026 and mandatory from July. Legacy agents migrate via PPAC &gt; Actions &gt; Entra ID Governance.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Power Platform Security Score (preview) was retired 29 May 2026 — Microsoft Secure Score is the replacement metric for leadership reporting.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30 DAYS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Start: Baseline Assessment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081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before policy. Findings earn the mandate — a framework written first cannot be enforced.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AA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21408"/>
            <a:ext cx="384048" cy="384048"/>
          </a:xfrm>
          <a:prstGeom prst="ellipse">
            <a:avLst/>
          </a:prstGeom>
          <a:solidFill>
            <a:srgbClr val="1632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139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65176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access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072384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445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 Administrator role, plus read access to Entra, Purview and the M365 admin center. Turn on tenant-level analytics — several views stay empty without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64992" y="187452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AAE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21024" y="2121408"/>
            <a:ext cx="384048" cy="384048"/>
          </a:xfrm>
          <a:prstGeom prst="ellipse">
            <a:avLst/>
          </a:prstGeom>
          <a:solidFill>
            <a:srgbClr val="1632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21024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139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265176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discovery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621024" y="3072384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445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inventory of apps, flows, agents, connectors and makers. Map connector usage to scope DLP on evidence. Flag orphaned assets and agents still on legacy app registrations.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81344" y="187452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AAE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37376" y="2121408"/>
            <a:ext cx="384048" cy="384048"/>
          </a:xfrm>
          <a:prstGeom prst="ellipse">
            <a:avLst/>
          </a:prstGeom>
          <a:solidFill>
            <a:srgbClr val="16323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7376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31152" y="2139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265176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owners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37376" y="3072384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445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platform today, which forum can approve, and where AI policy sits. If nobody can approve unpublishing an agent, naming that person is the first win.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97696" y="187452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AAE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53728" y="2121408"/>
            <a:ext cx="384048" cy="384048"/>
          </a:xfrm>
          <a:prstGeom prst="ellipse">
            <a:avLst/>
          </a:prstGeom>
          <a:solidFill>
            <a:srgbClr val="1632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5372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747504" y="2139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253728" y="265176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memo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253728" y="3072384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445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 eight findings ranked by risk with real numbers, three fixes worth doing regardless of strategy, and a proposed operating model.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95604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F0D9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523036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5120640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6B5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gaps carefully.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Actions recommendations and affected-resource detail are available only for Managed Environments — non-managed ones show a summary. A quiet page can mean blindness, not health. Copilot Workflows agent flows also sit in a hidden per-tenant environment and appear without environment data.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2026-09-18T16:13:12Z</dcterms:created>
  <dcterms:modified xsi:type="dcterms:W3CDTF">2026-09-18T16:13:12Z</dcterms:modified>
</cp:coreProperties>
</file>